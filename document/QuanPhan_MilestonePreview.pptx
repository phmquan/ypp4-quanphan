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8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27"/>
  </p:notesMasterIdLst>
  <p:handoutMasterIdLst>
    <p:handoutMasterId r:id="rId28"/>
  </p:handoutMasterIdLst>
  <p:sldIdLst>
    <p:sldId id="2145705975" r:id="rId4"/>
    <p:sldId id="330" r:id="rId5"/>
    <p:sldId id="331" r:id="rId6"/>
    <p:sldId id="2145705950" r:id="rId7"/>
    <p:sldId id="2145705951" r:id="rId8"/>
    <p:sldId id="2145705952" r:id="rId9"/>
    <p:sldId id="2145705953" r:id="rId10"/>
    <p:sldId id="2145705954" r:id="rId11"/>
    <p:sldId id="2145705955" r:id="rId12"/>
    <p:sldId id="2145705976" r:id="rId13"/>
    <p:sldId id="2145705958" r:id="rId14"/>
    <p:sldId id="2145705962" r:id="rId15"/>
    <p:sldId id="2145705960" r:id="rId16"/>
    <p:sldId id="2145705973" r:id="rId17"/>
    <p:sldId id="2145705965" r:id="rId18"/>
    <p:sldId id="2145705966" r:id="rId19"/>
    <p:sldId id="2145705977" r:id="rId20"/>
    <p:sldId id="2145705968" r:id="rId21"/>
    <p:sldId id="2145705969" r:id="rId22"/>
    <p:sldId id="2145705970" r:id="rId23"/>
    <p:sldId id="2145705971" r:id="rId24"/>
    <p:sldId id="315" r:id="rId25"/>
    <p:sldId id="2145705974" r:id="rId26"/>
  </p:sldIdLst>
  <p:sldSz cx="12192000" cy="6858000"/>
  <p:notesSz cx="6858000" cy="9144000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2145705975"/>
            <p14:sldId id="330"/>
            <p14:sldId id="331"/>
            <p14:sldId id="2145705950"/>
            <p14:sldId id="2145705951"/>
            <p14:sldId id="2145705952"/>
            <p14:sldId id="2145705953"/>
            <p14:sldId id="2145705954"/>
            <p14:sldId id="2145705955"/>
            <p14:sldId id="2145705976"/>
            <p14:sldId id="2145705958"/>
            <p14:sldId id="2145705962"/>
            <p14:sldId id="2145705960"/>
            <p14:sldId id="2145705973"/>
            <p14:sldId id="2145705965"/>
            <p14:sldId id="2145705966"/>
            <p14:sldId id="2145705977"/>
            <p14:sldId id="2145705968"/>
            <p14:sldId id="2145705969"/>
            <p14:sldId id="2145705970"/>
            <p14:sldId id="2145705971"/>
            <p14:sldId id="315"/>
            <p14:sldId id="214570597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42" autoAdjust="0"/>
    <p:restoredTop sz="91187" autoAdjust="0"/>
  </p:normalViewPr>
  <p:slideViewPr>
    <p:cSldViewPr snapToGrid="0" snapToObjects="1" showGuides="1">
      <p:cViewPr varScale="1">
        <p:scale>
          <a:sx n="103" d="100"/>
          <a:sy n="103" d="100"/>
        </p:scale>
        <p:origin x="762" y="11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5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25/08/2025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25.08.2025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17889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396197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4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8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5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0.svg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9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7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8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9.bin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0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1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2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3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4.bin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5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5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8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0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3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5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vmlDrawing" Target="../drawings/vmlDrawing1.vml"/><Relationship Id="rId30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5" name="think-cell Slide" r:id="rId29" imgW="306" imgH="306" progId="TCLayout.ActiveDocument.1">
                  <p:embed/>
                </p:oleObj>
              </mc:Choice>
              <mc:Fallback>
                <p:oleObj name="think-cell Slide" r:id="rId29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9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image" Target="../media/image45.jpg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6.bin"/><Relationship Id="rId4" Type="http://schemas.openxmlformats.org/officeDocument/2006/relationships/notesSlide" Target="../notesSlides/notesSlide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6894005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Quan Phan |  </a:t>
            </a:r>
            <a:r>
              <a:rPr lang="en-US" dirty="0"/>
              <a:t>24/08/2025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MILESTONE PREVIEW</a:t>
            </a:r>
          </a:p>
        </p:txBody>
      </p:sp>
      <p:pic>
        <p:nvPicPr>
          <p:cNvPr id="66572" name="Picture 12" descr="Milestone — rimu">
            <a:extLst>
              <a:ext uri="{FF2B5EF4-FFF2-40B4-BE49-F238E27FC236}">
                <a16:creationId xmlns:a16="http://schemas.microsoft.com/office/drawing/2014/main" id="{93963546-2189-48A2-B26B-F361B894F8B0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754" b="12902"/>
          <a:stretch/>
        </p:blipFill>
        <p:spPr bwMode="auto">
          <a:xfrm>
            <a:off x="0" y="1098000"/>
            <a:ext cx="12192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Top-d</a:t>
            </a:r>
            <a:r>
              <a:rPr lang="en-US" dirty="0"/>
              <a:t>own approach, </a:t>
            </a:r>
            <a:r>
              <a:rPr lang="en-GB" dirty="0"/>
              <a:t>Database Analysis &amp; Design</a:t>
            </a:r>
          </a:p>
          <a:p>
            <a:r>
              <a:rPr lang="en-GB" dirty="0"/>
              <a:t>Critical Thinking &amp; </a:t>
            </a:r>
            <a:r>
              <a:rPr lang="en-US" dirty="0"/>
              <a:t>Writing </a:t>
            </a:r>
            <a:r>
              <a:rPr lang="en-GB" dirty="0"/>
              <a:t>SQL Query</a:t>
            </a:r>
          </a:p>
          <a:p>
            <a:r>
              <a:rPr lang="en-GB" dirty="0"/>
              <a:t>Writing unit test &amp; Learn Clean Code Principle</a:t>
            </a:r>
          </a:p>
          <a:p>
            <a:r>
              <a:rPr lang="en-GB" dirty="0"/>
              <a:t>Time Management &amp; Outdoor assignment</a:t>
            </a:r>
          </a:p>
          <a:p>
            <a:r>
              <a:rPr lang="en-GB" dirty="0"/>
              <a:t>Summary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2159999"/>
          </a:xfrm>
        </p:spPr>
        <p:txBody>
          <a:bodyPr/>
          <a:lstStyle/>
          <a:p>
            <a:r>
              <a:rPr lang="en-US" dirty="0"/>
              <a:t>MILESTONE 1: TOP-DOWN APPROACH, DATABASE ANALYSIS &amp; DESIGN</a:t>
            </a:r>
          </a:p>
        </p:txBody>
      </p:sp>
      <p:pic>
        <p:nvPicPr>
          <p:cNvPr id="67594" name="Picture 10" descr="What is Thematic Analysis? A Guide to Methods &amp; AI-Powered Tools">
            <a:extLst>
              <a:ext uri="{FF2B5EF4-FFF2-40B4-BE49-F238E27FC236}">
                <a16:creationId xmlns:a16="http://schemas.microsoft.com/office/drawing/2014/main" id="{B4DB6C74-2C7A-4A0B-A606-CC7C3222ACE0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81" b="3428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4085080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0D0124-EA77-4F77-AE61-556EC08E7B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352939"/>
            <a:ext cx="5232200" cy="5505060"/>
          </a:xfrm>
        </p:spPr>
        <p:txBody>
          <a:bodyPr/>
          <a:lstStyle/>
          <a:p>
            <a:r>
              <a:rPr lang="en-US" dirty="0"/>
              <a:t>Learn how to use mind map to learn new concept by 5W 1H</a:t>
            </a:r>
          </a:p>
          <a:p>
            <a:r>
              <a:rPr lang="en-US" dirty="0"/>
              <a:t>Learn how to break a big concept to many smaller concepts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AD6FBE4-36ED-49DC-A44B-9D870D4AC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TOP-DOWN APPROACH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1431D9C-3C5D-49F9-A364-72693DAAD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7802" y="1098000"/>
            <a:ext cx="4907250" cy="565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64413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895C11A5-DCD3-4946-BC8E-8B292F25FC2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2"/>
          <a:srcRect b="5472"/>
          <a:stretch/>
        </p:blipFill>
        <p:spPr>
          <a:xfrm>
            <a:off x="-9331" y="1098000"/>
            <a:ext cx="12192000" cy="5760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6560A81-A698-46BC-8043-879FB4AA3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DATABASE FOR TRELLO</a:t>
            </a:r>
          </a:p>
        </p:txBody>
      </p:sp>
    </p:spTree>
    <p:extLst>
      <p:ext uri="{BB962C8B-B14F-4D97-AF65-F5344CB8AC3E}">
        <p14:creationId xmlns:p14="http://schemas.microsoft.com/office/powerpoint/2010/main" val="323732494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7747139-76B4-4444-AA33-363412991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000"/>
            <a:ext cx="5477633" cy="53297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9875783" cy="1098000"/>
          </a:xfrm>
        </p:spPr>
        <p:txBody>
          <a:bodyPr/>
          <a:lstStyle/>
          <a:p>
            <a:r>
              <a:rPr lang="en-US" dirty="0"/>
              <a:t>FIRST VERSION OF LIST ENTITY FOR TRELLO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A340EE-22A4-45FF-918B-7332DCC05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730" y="1490864"/>
            <a:ext cx="6249272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99155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 AFTER RECEIVING FEEDBACK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A625DB-E201-4A12-9B52-5D78548CB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98001"/>
            <a:ext cx="5664000" cy="52534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26617A-68D5-4367-A250-BFCBD41FB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999" y="1098000"/>
            <a:ext cx="6322485" cy="31453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92C1418-EB2C-4D6F-9CDD-2D4D84B341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999" y="4243357"/>
            <a:ext cx="6322485" cy="193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073278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2159999"/>
          </a:xfrm>
        </p:spPr>
        <p:txBody>
          <a:bodyPr/>
          <a:lstStyle/>
          <a:p>
            <a:r>
              <a:rPr lang="en-US" dirty="0"/>
              <a:t>MILESTONE 2: Learn Critical Thinking &amp; Write SQL Query </a:t>
            </a:r>
          </a:p>
        </p:txBody>
      </p:sp>
      <p:pic>
        <p:nvPicPr>
          <p:cNvPr id="69638" name="Picture 6" descr="Critical thinking Là Gì? Làm Thế Nào Để Rèn Luyện Critical thinking Ở Mỗi  Người? | Tin tức | TG VINA ARKS | Những vị trí yêu cầu những người mong muốn">
            <a:extLst>
              <a:ext uri="{FF2B5EF4-FFF2-40B4-BE49-F238E27FC236}">
                <a16:creationId xmlns:a16="http://schemas.microsoft.com/office/drawing/2014/main" id="{B3C9F1BE-AD6C-498C-B588-A66D1550C297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586" b="32450"/>
          <a:stretch/>
        </p:blipFill>
        <p:spPr bwMode="auto">
          <a:xfrm>
            <a:off x="0" y="1098000"/>
            <a:ext cx="12192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1211744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22DF16-1788-466F-AAEC-28B377A80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Thinking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B7102B-BBC8-4931-B35D-0657F9C1BA00}"/>
              </a:ext>
            </a:extLst>
          </p:cNvPr>
          <p:cNvSpPr txBox="1"/>
          <p:nvPr/>
        </p:nvSpPr>
        <p:spPr>
          <a:xfrm>
            <a:off x="431999" y="1098000"/>
            <a:ext cx="10559462" cy="379124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Ask questions:</a:t>
            </a:r>
            <a:r>
              <a:rPr lang="en-US" dirty="0"/>
              <a:t> Always ask "Why?", "How?", "What's the evidence?".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Seek diverse information:</a:t>
            </a:r>
            <a:r>
              <a:rPr lang="en-US" dirty="0"/>
              <a:t> Don't rely on a single source.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Challenge your own beliefs:</a:t>
            </a:r>
            <a:r>
              <a:rPr lang="en-US" dirty="0"/>
              <a:t> Be willing to change your mind if presented with convincing evidence.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Understand fallacies and biases:</a:t>
            </a:r>
            <a:r>
              <a:rPr lang="en-US" dirty="0"/>
              <a:t> Recognize them in others and in yourself.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Focus on data and evidence:</a:t>
            </a:r>
            <a:r>
              <a:rPr lang="en-US" dirty="0"/>
              <a:t> Don't let emotions or prejudices dictate your judgment.</a:t>
            </a:r>
          </a:p>
        </p:txBody>
      </p:sp>
      <p:pic>
        <p:nvPicPr>
          <p:cNvPr id="36866" name="Picture 2" descr="5 ways educators can shrink the critical thinking gap">
            <a:extLst>
              <a:ext uri="{FF2B5EF4-FFF2-40B4-BE49-F238E27FC236}">
                <a16:creationId xmlns:a16="http://schemas.microsoft.com/office/drawing/2014/main" id="{8E78B42D-A4E4-4A02-B481-D246B016D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341" y="3083380"/>
            <a:ext cx="4762500" cy="290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820" name="Picture 4" descr="Critical Thinking Skills: Benefits and How to Develop Them">
            <a:extLst>
              <a:ext uri="{FF2B5EF4-FFF2-40B4-BE49-F238E27FC236}">
                <a16:creationId xmlns:a16="http://schemas.microsoft.com/office/drawing/2014/main" id="{D0C99864-BD29-48D3-A72B-B8980B6FE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4160" y="3083380"/>
            <a:ext cx="4347301" cy="2903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192586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SQL QUERY - BEFORE AND AFTER RECEIVING FEEDBACK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4574BC7-1F65-45C4-803E-FCD9BB8C2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6997078" cy="15620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522E99-572E-4B59-9D02-62E79024C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3842014"/>
            <a:ext cx="5664001" cy="10905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D2B285-D19F-4937-9C49-90C86A256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7090" y="1098000"/>
            <a:ext cx="5001323" cy="22958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23CE06-33D0-4AE6-BC5B-DC7535EE18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913" y="3842014"/>
            <a:ext cx="5063912" cy="2009489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C72D115-42E9-4DF3-B01C-B9BB4BCF7BD8}"/>
              </a:ext>
            </a:extLst>
          </p:cNvPr>
          <p:cNvCxnSpPr>
            <a:cxnSpLocks/>
          </p:cNvCxnSpPr>
          <p:nvPr/>
        </p:nvCxnSpPr>
        <p:spPr>
          <a:xfrm>
            <a:off x="6018245" y="914400"/>
            <a:ext cx="0" cy="570100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09322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THREE-TIER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194B55-84D0-4F54-845D-1C674152C0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99" y="1098000"/>
            <a:ext cx="10666797" cy="5190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69992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2159999"/>
          </a:xfrm>
        </p:spPr>
        <p:txBody>
          <a:bodyPr/>
          <a:lstStyle/>
          <a:p>
            <a:r>
              <a:rPr lang="en-US" dirty="0"/>
              <a:t>MILESTONE 3: Writing Unit Test &amp; Learn Clean Code Principle  </a:t>
            </a:r>
          </a:p>
        </p:txBody>
      </p:sp>
      <p:pic>
        <p:nvPicPr>
          <p:cNvPr id="68610" name="Picture 2" descr="Unit Test là gì? 5 khái niệm cần biết khi sử dụng Unit Test">
            <a:extLst>
              <a:ext uri="{FF2B5EF4-FFF2-40B4-BE49-F238E27FC236}">
                <a16:creationId xmlns:a16="http://schemas.microsoft.com/office/drawing/2014/main" id="{3EF0AEDC-2296-47B5-9C0E-C85D81067D8B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12" b="35612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776731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UNIT TEST – LEARN CLEAN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7A96C6-77D1-4F8C-A4A7-F21AD739B20F}"/>
              </a:ext>
            </a:extLst>
          </p:cNvPr>
          <p:cNvSpPr txBox="1"/>
          <p:nvPr/>
        </p:nvSpPr>
        <p:spPr>
          <a:xfrm>
            <a:off x="432000" y="1098000"/>
            <a:ext cx="5408964" cy="513484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At first: just write code to run, without focusing on </a:t>
            </a:r>
            <a:r>
              <a:rPr lang="en-US" b="1" dirty="0"/>
              <a:t>performance</a:t>
            </a:r>
            <a:r>
              <a:rPr lang="en-US" dirty="0"/>
              <a:t> or </a:t>
            </a:r>
            <a:r>
              <a:rPr lang="en-US" b="1" dirty="0"/>
              <a:t>readability -&gt; write from scratch for 3 time</a:t>
            </a:r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Later: after learning </a:t>
            </a:r>
            <a:r>
              <a:rPr lang="en-US" b="1" dirty="0"/>
              <a:t>SOLID principles</a:t>
            </a:r>
            <a:r>
              <a:rPr lang="en-US" dirty="0"/>
              <a:t> and </a:t>
            </a:r>
            <a:r>
              <a:rPr lang="en-US" b="1" dirty="0"/>
              <a:t>design patterns</a:t>
            </a:r>
            <a:r>
              <a:rPr lang="en-US" dirty="0"/>
              <a:t> → care more about </a:t>
            </a:r>
            <a:r>
              <a:rPr lang="en-US" b="1" dirty="0"/>
              <a:t>performance, maintainability, and readability</a:t>
            </a:r>
            <a:endParaRPr lang="en-US" dirty="0"/>
          </a:p>
          <a:p>
            <a:pPr marL="285750" indent="-285750" algn="l" rtl="0">
              <a:lnSpc>
                <a:spcPct val="120000"/>
              </a:lnSpc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 err="1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422563-41D4-44A0-A63E-A45B5C7D3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1585679"/>
            <a:ext cx="5567266" cy="6316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DB360C-D219-4EA9-AA02-ED6B76DF8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5325" y="3092663"/>
            <a:ext cx="5567266" cy="6726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6D10A2-3FAD-41B3-AEC1-E2BE0E454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1" y="4640703"/>
            <a:ext cx="5536590" cy="7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825262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MVC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981ABB-4B73-4732-BA12-4DA743A13A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1098000"/>
            <a:ext cx="11328002" cy="471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839013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2159999"/>
          </a:xfrm>
        </p:spPr>
        <p:txBody>
          <a:bodyPr/>
          <a:lstStyle/>
          <a:p>
            <a:r>
              <a:rPr lang="en-US" dirty="0"/>
              <a:t>MILESTONE 4: OUTDOOR ASSIGNMENT &amp; LEARN TIME MANAGEMENT</a:t>
            </a:r>
          </a:p>
        </p:txBody>
      </p:sp>
      <p:pic>
        <p:nvPicPr>
          <p:cNvPr id="70662" name="Picture 6" descr="Summer outdoor activities | Free Vector">
            <a:extLst>
              <a:ext uri="{FF2B5EF4-FFF2-40B4-BE49-F238E27FC236}">
                <a16:creationId xmlns:a16="http://schemas.microsoft.com/office/drawing/2014/main" id="{72BC3763-A35A-4EEE-BE84-00116DCFF102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 b="23416"/>
          <a:stretch/>
        </p:blipFill>
        <p:spPr bwMode="auto">
          <a:xfrm>
            <a:off x="0" y="1098550"/>
            <a:ext cx="12192000" cy="215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2324306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TIME MANAGEMENT</a:t>
            </a:r>
          </a:p>
        </p:txBody>
      </p:sp>
      <p:pic>
        <p:nvPicPr>
          <p:cNvPr id="76802" name="Picture 2" descr="The Time Management Matrix">
            <a:extLst>
              <a:ext uri="{FF2B5EF4-FFF2-40B4-BE49-F238E27FC236}">
                <a16:creationId xmlns:a16="http://schemas.microsoft.com/office/drawing/2014/main" id="{5055031A-8977-4C63-A8AF-54A34AA4E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6632" y="1098000"/>
            <a:ext cx="8478736" cy="4866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7098758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TALKING WITH FOREIGNER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79046F-F456-496A-BD53-22F183173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506" y="858414"/>
            <a:ext cx="3038989" cy="54026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035609-9C59-4624-9B20-05CF69EF97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4857" y="858415"/>
            <a:ext cx="3038989" cy="54026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BB0B95-9D0F-4645-B2F2-92358B9E0B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9209" y="858416"/>
            <a:ext cx="3038989" cy="540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454839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PRESENTATION ABOUT VIETNAM HISTORY AND CULTURE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8BE795-9F80-4DE3-A5C7-3FC2DBA1FB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99" y="1098000"/>
            <a:ext cx="6836548" cy="5127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E2C394-4AEE-455E-8EEF-C30C2CD3D3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5785" y="1098000"/>
            <a:ext cx="3846933" cy="51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621913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1212247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73732" name="Picture 4" descr="Summary Writing: Top 10 tips for writing a good summary.">
            <a:extLst>
              <a:ext uri="{FF2B5EF4-FFF2-40B4-BE49-F238E27FC236}">
                <a16:creationId xmlns:a16="http://schemas.microsoft.com/office/drawing/2014/main" id="{E71019CB-D8A4-4A7F-9719-71BE84A3B54C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75" b="34075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1071519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595E43-6AB7-45D1-B8A4-F47A4146A6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1999" y="1098001"/>
            <a:ext cx="11329200" cy="5329788"/>
          </a:xfrm>
        </p:spPr>
        <p:txBody>
          <a:bodyPr/>
          <a:lstStyle/>
          <a:p>
            <a:r>
              <a:rPr lang="en-US" dirty="0"/>
              <a:t>Learn from feedback and solving problem</a:t>
            </a:r>
          </a:p>
          <a:p>
            <a:r>
              <a:rPr lang="en-US" dirty="0"/>
              <a:t>Learn both technical and soft skills</a:t>
            </a:r>
          </a:p>
          <a:p>
            <a:r>
              <a:rPr lang="en-US" dirty="0"/>
              <a:t>Better everyday by daily progress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DAE03E-F6F2-4403-960D-3EDA23FD8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B4E181-64CE-40C9-8F4C-AD48E4B5C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000" y="2304892"/>
            <a:ext cx="9720000" cy="23264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7D805F-9651-44F8-A075-DAE7F4C4DC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915" y="4630424"/>
            <a:ext cx="7840169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173516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782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51625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574</TotalTime>
  <Words>294</Words>
  <Application>Microsoft Office PowerPoint</Application>
  <PresentationFormat>Widescreen</PresentationFormat>
  <Paragraphs>44</Paragraphs>
  <Slides>23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bbv template EN</vt:lpstr>
      <vt:lpstr>think-cell Slide</vt:lpstr>
      <vt:lpstr>PowerPoint Presentation</vt:lpstr>
      <vt:lpstr>MILESTONE PREVIEW</vt:lpstr>
      <vt:lpstr>Agenda</vt:lpstr>
      <vt:lpstr>MILESTONE 1: TOP-DOWN APPROACH, DATABASE ANALYSIS &amp; DESIGN</vt:lpstr>
      <vt:lpstr>LEARN TOP-DOWN APPROACH</vt:lpstr>
      <vt:lpstr>DESIGN DATABASE FOR TRELLO</vt:lpstr>
      <vt:lpstr>FIRST VERSION OF LIST ENTITY FOR TRELLO</vt:lpstr>
      <vt:lpstr>VERSION AFTER RECEIVING FEEDBACK</vt:lpstr>
      <vt:lpstr>MILESTONE 2: Learn Critical Thinking &amp; Write SQL Query </vt:lpstr>
      <vt:lpstr>Critical Thinking</vt:lpstr>
      <vt:lpstr>WRITE SQL QUERY - BEFORE AND AFTER RECEIVING FEEDBACK</vt:lpstr>
      <vt:lpstr>LEARN THREE-TIER ARCHITECTURE</vt:lpstr>
      <vt:lpstr>MILESTONE 3: Writing Unit Test &amp; Learn Clean Code Principle  </vt:lpstr>
      <vt:lpstr>WRITING UNIT TEST – LEARN CLEAN CODE</vt:lpstr>
      <vt:lpstr>LEARN MVC MODEL</vt:lpstr>
      <vt:lpstr>MILESTONE 4: OUTDOOR ASSIGNMENT &amp; LEARN TIME MANAGEMENT</vt:lpstr>
      <vt:lpstr>LEARN TIME MANAGEMENT</vt:lpstr>
      <vt:lpstr>TALKING WITH FOREIGNER</vt:lpstr>
      <vt:lpstr>MAKE PRESENTATION ABOUT VIETNAM HISTORY AND CULTURE</vt:lpstr>
      <vt:lpstr>SUMMARY</vt:lpstr>
      <vt:lpstr>SUMMARY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Phan Hoàng Minh Quân</cp:lastModifiedBy>
  <cp:revision>41</cp:revision>
  <dcterms:created xsi:type="dcterms:W3CDTF">2025-07-10T03:51:23Z</dcterms:created>
  <dcterms:modified xsi:type="dcterms:W3CDTF">2025-08-25T07:01:50Z</dcterms:modified>
</cp:coreProperties>
</file>