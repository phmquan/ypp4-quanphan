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8.xml" ContentType="application/vnd.openxmlformats-officedocument.presentationml.tags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30"/>
  </p:notesMasterIdLst>
  <p:handoutMasterIdLst>
    <p:handoutMasterId r:id="rId31"/>
  </p:handoutMasterIdLst>
  <p:sldIdLst>
    <p:sldId id="2145705975" r:id="rId4"/>
    <p:sldId id="330" r:id="rId5"/>
    <p:sldId id="331" r:id="rId6"/>
    <p:sldId id="2145705950" r:id="rId7"/>
    <p:sldId id="2145705951" r:id="rId8"/>
    <p:sldId id="2145705952" r:id="rId9"/>
    <p:sldId id="2145705953" r:id="rId10"/>
    <p:sldId id="2145705954" r:id="rId11"/>
    <p:sldId id="2145705955" r:id="rId12"/>
    <p:sldId id="2145705976" r:id="rId13"/>
    <p:sldId id="2145705957" r:id="rId14"/>
    <p:sldId id="2145705958" r:id="rId15"/>
    <p:sldId id="2145705962" r:id="rId16"/>
    <p:sldId id="2145705960" r:id="rId17"/>
    <p:sldId id="2145705977" r:id="rId18"/>
    <p:sldId id="2145705973" r:id="rId19"/>
    <p:sldId id="2145705978" r:id="rId20"/>
    <p:sldId id="2145705965" r:id="rId21"/>
    <p:sldId id="2145705966" r:id="rId22"/>
    <p:sldId id="2145705967" r:id="rId23"/>
    <p:sldId id="2145705968" r:id="rId24"/>
    <p:sldId id="2145705969" r:id="rId25"/>
    <p:sldId id="2145705970" r:id="rId26"/>
    <p:sldId id="2145705971" r:id="rId27"/>
    <p:sldId id="315" r:id="rId28"/>
    <p:sldId id="2145705974" r:id="rId29"/>
  </p:sldIdLst>
  <p:sldSz cx="12192000" cy="6858000"/>
  <p:notesSz cx="6858000" cy="9144000"/>
  <p:custDataLst>
    <p:tags r:id="rId3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2145705975"/>
            <p14:sldId id="330"/>
            <p14:sldId id="331"/>
            <p14:sldId id="2145705950"/>
            <p14:sldId id="2145705951"/>
            <p14:sldId id="2145705952"/>
            <p14:sldId id="2145705953"/>
            <p14:sldId id="2145705954"/>
            <p14:sldId id="2145705955"/>
            <p14:sldId id="2145705976"/>
            <p14:sldId id="2145705957"/>
            <p14:sldId id="2145705958"/>
            <p14:sldId id="2145705962"/>
            <p14:sldId id="2145705960"/>
            <p14:sldId id="2145705977"/>
            <p14:sldId id="2145705973"/>
            <p14:sldId id="2145705978"/>
            <p14:sldId id="2145705965"/>
            <p14:sldId id="2145705966"/>
            <p14:sldId id="2145705967"/>
            <p14:sldId id="2145705968"/>
            <p14:sldId id="2145705969"/>
            <p14:sldId id="2145705970"/>
            <p14:sldId id="2145705971"/>
            <p14:sldId id="315"/>
            <p14:sldId id="214570597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42" autoAdjust="0"/>
    <p:restoredTop sz="91187" autoAdjust="0"/>
  </p:normalViewPr>
  <p:slideViewPr>
    <p:cSldViewPr snapToGrid="0" snapToObjects="1" showGuides="1">
      <p:cViewPr varScale="1">
        <p:scale>
          <a:sx n="103" d="100"/>
          <a:sy n="103" d="100"/>
        </p:scale>
        <p:origin x="762" y="11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34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tags" Target="tags/tag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5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25/08/2025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25.08.2025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17889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3961973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8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1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2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3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4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2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4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8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6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0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8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2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5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vmlDrawing" Target="../drawings/vmlDrawing1.v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think-cell Slide" r:id="rId29" imgW="306" imgH="306" progId="TCLayout.ActiveDocument.1">
                  <p:embed/>
                </p:oleObj>
              </mc:Choice>
              <mc:Fallback>
                <p:oleObj name="think-cell Slide" r:id="rId29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g"/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jpeg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46.jpg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6.bin"/><Relationship Id="rId4" Type="http://schemas.openxmlformats.org/officeDocument/2006/relationships/notesSlide" Target="../notesSlides/notesSlide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66894005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Quan Phan |  </a:t>
            </a:r>
            <a:r>
              <a:rPr lang="en-US" dirty="0"/>
              <a:t>24/08/2025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MILESTONE PREVIEW</a:t>
            </a:r>
          </a:p>
        </p:txBody>
      </p:sp>
      <p:pic>
        <p:nvPicPr>
          <p:cNvPr id="66572" name="Picture 12" descr="Milestone — rimu">
            <a:extLst>
              <a:ext uri="{FF2B5EF4-FFF2-40B4-BE49-F238E27FC236}">
                <a16:creationId xmlns:a16="http://schemas.microsoft.com/office/drawing/2014/main" id="{93963546-2189-48A2-B26B-F361B894F8B0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754" b="12902"/>
          <a:stretch/>
        </p:blipFill>
        <p:spPr bwMode="auto">
          <a:xfrm>
            <a:off x="0" y="1098000"/>
            <a:ext cx="12192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Top-d</a:t>
            </a:r>
            <a:r>
              <a:rPr lang="en-US" dirty="0"/>
              <a:t>own approach, </a:t>
            </a:r>
            <a:r>
              <a:rPr lang="en-GB" dirty="0"/>
              <a:t>Database Analysis &amp; Design</a:t>
            </a:r>
          </a:p>
          <a:p>
            <a:r>
              <a:rPr lang="en-GB" dirty="0"/>
              <a:t>Critical Thinking &amp; </a:t>
            </a:r>
            <a:r>
              <a:rPr lang="en-US" dirty="0"/>
              <a:t>Writing </a:t>
            </a:r>
            <a:r>
              <a:rPr lang="en-GB" dirty="0"/>
              <a:t>SQL Query</a:t>
            </a:r>
          </a:p>
          <a:p>
            <a:r>
              <a:rPr lang="en-GB" dirty="0"/>
              <a:t>Writing unit test &amp; Learn Clean Code Principle</a:t>
            </a:r>
          </a:p>
          <a:p>
            <a:r>
              <a:rPr lang="en-US" dirty="0"/>
              <a:t>Writing Custom </a:t>
            </a:r>
            <a:r>
              <a:rPr lang="en-GB" dirty="0"/>
              <a:t>Framework &amp; Outdoor challenge</a:t>
            </a:r>
          </a:p>
          <a:p>
            <a:r>
              <a:rPr lang="en-GB" dirty="0"/>
              <a:t>Summary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1: TOP-DOWN APPROACH, DATABASE ANALYSIS &amp; DESIGN</a:t>
            </a:r>
          </a:p>
        </p:txBody>
      </p:sp>
      <p:pic>
        <p:nvPicPr>
          <p:cNvPr id="67594" name="Picture 10" descr="What is Thematic Analysis? A Guide to Methods &amp; AI-Powered Tools">
            <a:extLst>
              <a:ext uri="{FF2B5EF4-FFF2-40B4-BE49-F238E27FC236}">
                <a16:creationId xmlns:a16="http://schemas.microsoft.com/office/drawing/2014/main" id="{B4DB6C74-2C7A-4A0B-A606-CC7C3222ACE0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281" b="34281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4085080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0D0124-EA77-4F77-AE61-556EC08E7B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446245"/>
            <a:ext cx="5232200" cy="5411754"/>
          </a:xfrm>
        </p:spPr>
        <p:txBody>
          <a:bodyPr/>
          <a:lstStyle/>
          <a:p>
            <a:r>
              <a:rPr lang="en-US" dirty="0"/>
              <a:t>Learn how to use mind map to learn new concept by 5W 1H</a:t>
            </a:r>
          </a:p>
          <a:p>
            <a:r>
              <a:rPr lang="en-US" dirty="0"/>
              <a:t>Learn how to break a big concept to many smaller concepts</a:t>
            </a:r>
          </a:p>
          <a:p>
            <a:r>
              <a:rPr lang="en-US" dirty="0"/>
              <a:t>Learn how to start from the overall picture before focusing on details</a:t>
            </a:r>
          </a:p>
          <a:p>
            <a:r>
              <a:rPr lang="en-US" dirty="0"/>
              <a:t>Learn how to organize knowledge hierarchically from general to specific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9AD6FBE4-36ED-49DC-A44B-9D870D4AC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TOP-DOWN APPROACH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1431D9C-3C5D-49F9-A364-72693DAAD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7592" y="1098000"/>
            <a:ext cx="4907250" cy="5657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64413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895C11A5-DCD3-4946-BC8E-8B292F25FC2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2"/>
          <a:srcRect b="5472"/>
          <a:stretch/>
        </p:blipFill>
        <p:spPr>
          <a:xfrm>
            <a:off x="0" y="1098000"/>
            <a:ext cx="12192000" cy="5760000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6560A81-A698-46BC-8043-879FB4AA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DATABASE FOR TRELLO</a:t>
            </a:r>
          </a:p>
        </p:txBody>
      </p:sp>
    </p:spTree>
    <p:extLst>
      <p:ext uri="{BB962C8B-B14F-4D97-AF65-F5344CB8AC3E}">
        <p14:creationId xmlns:p14="http://schemas.microsoft.com/office/powerpoint/2010/main" val="3237324945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27747139-76B4-4444-AA33-3634129919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8" y="1098000"/>
            <a:ext cx="5477633" cy="53297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8" y="0"/>
            <a:ext cx="9875783" cy="1098000"/>
          </a:xfrm>
        </p:spPr>
        <p:txBody>
          <a:bodyPr/>
          <a:lstStyle/>
          <a:p>
            <a:r>
              <a:rPr lang="en-US" dirty="0"/>
              <a:t>FIRST VERSION OF LIST ENTITY FOR TRELLO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A340EE-22A4-45FF-918B-7332DCC05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0728" y="1490865"/>
            <a:ext cx="6249272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99155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VERSION AFTER RECEIVING FEEDBACK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6A625DB-E201-4A12-9B52-5D78548CB8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98001"/>
            <a:ext cx="5664000" cy="525340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426617A-68D5-4367-A250-BFCBD41FB0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9" y="1098000"/>
            <a:ext cx="6322485" cy="314535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92C1418-EB2C-4D6F-9CDD-2D4D84B341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999" y="4243357"/>
            <a:ext cx="6322485" cy="1933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0073278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2: Learn Critical Thinking &amp; Write SQL Query </a:t>
            </a:r>
          </a:p>
        </p:txBody>
      </p:sp>
      <p:pic>
        <p:nvPicPr>
          <p:cNvPr id="69638" name="Picture 6" descr="Critical thinking Là Gì? Làm Thế Nào Để Rèn Luyện Critical thinking Ở Mỗi  Người? | Tin tức | TG VINA ARKS | Những vị trí yêu cầu những người mong muốn">
            <a:extLst>
              <a:ext uri="{FF2B5EF4-FFF2-40B4-BE49-F238E27FC236}">
                <a16:creationId xmlns:a16="http://schemas.microsoft.com/office/drawing/2014/main" id="{B3C9F1BE-AD6C-498C-B588-A66D1550C297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586" b="32450"/>
          <a:stretch/>
        </p:blipFill>
        <p:spPr bwMode="auto">
          <a:xfrm>
            <a:off x="0" y="1098000"/>
            <a:ext cx="12192000" cy="21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1211744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022DF16-1788-466F-AAEC-28B377A809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Critical Thinking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B7102B-BBC8-4931-B35D-0657F9C1BA00}"/>
              </a:ext>
            </a:extLst>
          </p:cNvPr>
          <p:cNvSpPr txBox="1"/>
          <p:nvPr/>
        </p:nvSpPr>
        <p:spPr>
          <a:xfrm>
            <a:off x="431999" y="1098000"/>
            <a:ext cx="10559462" cy="3791241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Ask questions:</a:t>
            </a:r>
            <a:r>
              <a:rPr lang="en-US" dirty="0"/>
              <a:t> Always ask "Why?", "How?", "What's the evidence?".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Seek diverse information:</a:t>
            </a:r>
            <a:r>
              <a:rPr lang="en-US" dirty="0"/>
              <a:t> Don't rely on a single source.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Challenge your own beliefs:</a:t>
            </a:r>
            <a:r>
              <a:rPr lang="en-US" dirty="0"/>
              <a:t> Be willing to change your mind if presented with convincing evidence.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Understand fallacies and biases:</a:t>
            </a:r>
            <a:r>
              <a:rPr lang="en-US" dirty="0"/>
              <a:t> Recognize them in others and in yourself.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Focus on data and evidence:</a:t>
            </a:r>
            <a:r>
              <a:rPr lang="en-US" dirty="0"/>
              <a:t> Don't let emotions or prejudices dictate your judgment.</a:t>
            </a:r>
          </a:p>
        </p:txBody>
      </p:sp>
      <p:pic>
        <p:nvPicPr>
          <p:cNvPr id="36866" name="Picture 2" descr="5 ways educators can shrink the critical thinking gap">
            <a:extLst>
              <a:ext uri="{FF2B5EF4-FFF2-40B4-BE49-F238E27FC236}">
                <a16:creationId xmlns:a16="http://schemas.microsoft.com/office/drawing/2014/main" id="{8E78B42D-A4E4-4A02-B481-D246B016D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56830" y="3083380"/>
            <a:ext cx="4762500" cy="290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820" name="Picture 4" descr="Critical Thinking Skills: Benefits and How to Develop Them">
            <a:extLst>
              <a:ext uri="{FF2B5EF4-FFF2-40B4-BE49-F238E27FC236}">
                <a16:creationId xmlns:a16="http://schemas.microsoft.com/office/drawing/2014/main" id="{D0C99864-BD29-48D3-A72B-B8980B6FE0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4160" y="3083380"/>
            <a:ext cx="4347301" cy="29038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1925866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560A81-A698-46BC-8043-879FB4AA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SQL Query By Screen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1FF3C569-083A-4FF1-990B-0EA4B7E1F51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2"/>
          <a:srcRect b="5598"/>
          <a:stretch/>
        </p:blipFill>
        <p:spPr>
          <a:xfrm>
            <a:off x="0" y="1098000"/>
            <a:ext cx="12192000" cy="57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4947559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BEFORE AND AFTER RECEIVING FEEDBACK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4574BC7-1F65-45C4-803E-FCD9BB8C27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098000"/>
            <a:ext cx="6997078" cy="15620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5522E99-572E-4B59-9D02-62E79024CA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3842014"/>
            <a:ext cx="5838172" cy="112404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9D2B285-D19F-4937-9C49-90C86A2565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7090" y="1098000"/>
            <a:ext cx="5001323" cy="229584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F23CE06-33D0-4AE6-BC5B-DC7535EE18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84502" y="3758039"/>
            <a:ext cx="5063912" cy="2009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093225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THREE-TIER ARCHITECTURE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194B55-84D0-4F54-845D-1C674152C0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99" y="1098000"/>
            <a:ext cx="10666797" cy="51905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699922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3: Writing Unit Test &amp; Learn Clean Code Principle  </a:t>
            </a:r>
          </a:p>
        </p:txBody>
      </p:sp>
      <p:pic>
        <p:nvPicPr>
          <p:cNvPr id="68610" name="Picture 2" descr="Unit Test là gì? 5 khái niệm cần biết khi sử dụng Unit Test">
            <a:extLst>
              <a:ext uri="{FF2B5EF4-FFF2-40B4-BE49-F238E27FC236}">
                <a16:creationId xmlns:a16="http://schemas.microsoft.com/office/drawing/2014/main" id="{3EF0AEDC-2296-47B5-9C0E-C85D81067D8B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12" b="35612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7767316"/>
      </p:ext>
    </p:extLst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560A81-A698-46BC-8043-879FB4AA3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UNIT TEST FOR TRELLO </a:t>
            </a:r>
          </a:p>
        </p:txBody>
      </p:sp>
      <p:pic>
        <p:nvPicPr>
          <p:cNvPr id="34818" name="Picture 2" descr="Unit Test là gì? Tìm hiểu về khái niệm kiểm thử đơn vị">
            <a:extLst>
              <a:ext uri="{FF2B5EF4-FFF2-40B4-BE49-F238E27FC236}">
                <a16:creationId xmlns:a16="http://schemas.microsoft.com/office/drawing/2014/main" id="{8212B738-A8F0-4CF8-8528-BB6E9C8B1B39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84" b="7484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9018182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 PROJECT UNIT TEST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4774B6E-8DF0-4D98-A4FC-7966E3BD1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999" y="1629875"/>
            <a:ext cx="11025993" cy="63534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77FBF1-C918-4C97-A006-3C2E013CE3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2907210"/>
            <a:ext cx="11025993" cy="63190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69B4A2-8A71-4C4C-B73E-DA780F8D26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98" y="4181113"/>
            <a:ext cx="11025993" cy="59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825262"/>
      </p:ext>
    </p:extLst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3BB2CF-C6A0-44AC-9444-4E40EA2BAC7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098000"/>
            <a:ext cx="5232200" cy="5760000"/>
          </a:xfrm>
        </p:spPr>
        <p:txBody>
          <a:bodyPr/>
          <a:lstStyle/>
          <a:p>
            <a:r>
              <a:rPr lang="en-US" dirty="0"/>
              <a:t>At first: just write code to run, without focusing on </a:t>
            </a:r>
            <a:r>
              <a:rPr lang="en-US" b="1" dirty="0"/>
              <a:t>performance</a:t>
            </a:r>
            <a:r>
              <a:rPr lang="en-US" dirty="0"/>
              <a:t> or </a:t>
            </a:r>
            <a:r>
              <a:rPr lang="en-US" b="1" dirty="0"/>
              <a:t>readability</a:t>
            </a:r>
          </a:p>
          <a:p>
            <a:r>
              <a:rPr lang="en-US" dirty="0"/>
              <a:t>Later: after learning </a:t>
            </a:r>
            <a:r>
              <a:rPr lang="en-US" b="1" dirty="0"/>
              <a:t>SOLID principles</a:t>
            </a:r>
            <a:r>
              <a:rPr lang="en-US" dirty="0"/>
              <a:t> and </a:t>
            </a:r>
            <a:r>
              <a:rPr lang="en-US" b="1" dirty="0"/>
              <a:t>design patterns</a:t>
            </a:r>
            <a:r>
              <a:rPr lang="en-US" dirty="0"/>
              <a:t> → care more about </a:t>
            </a:r>
            <a:r>
              <a:rPr lang="en-US" b="1" dirty="0"/>
              <a:t>performance, maintainability, and readability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F2DE2AE-BE2C-4B6B-9A0C-6D88A676E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CLEAN CODE</a:t>
            </a:r>
          </a:p>
        </p:txBody>
      </p:sp>
      <p:pic>
        <p:nvPicPr>
          <p:cNvPr id="35842" name="Picture 2" descr="Clean code là gì? Tại sao cần clean code trong lập trình">
            <a:extLst>
              <a:ext uri="{FF2B5EF4-FFF2-40B4-BE49-F238E27FC236}">
                <a16:creationId xmlns:a16="http://schemas.microsoft.com/office/drawing/2014/main" id="{E2667C08-9CF3-44A3-9C87-2A1FB55F1D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625" y="849233"/>
            <a:ext cx="5562252" cy="31287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844" name="Picture 4" descr="Design Pattern] Bài 01: SOLID Trong Thiết Kế Hướng Đối Tượng | Careers  Saigon Technology">
            <a:extLst>
              <a:ext uri="{FF2B5EF4-FFF2-40B4-BE49-F238E27FC236}">
                <a16:creationId xmlns:a16="http://schemas.microsoft.com/office/drawing/2014/main" id="{15ED8314-EBEF-4C04-ADB6-1D36D1EB5F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625" y="3978000"/>
            <a:ext cx="5562253" cy="2823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75518875"/>
      </p:ext>
    </p:extLst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MVC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981ABB-4B73-4732-BA12-4DA743A13A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2000" y="1098000"/>
            <a:ext cx="11328002" cy="4717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839013"/>
      </p:ext>
    </p:extLst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2159999"/>
          </a:xfrm>
        </p:spPr>
        <p:txBody>
          <a:bodyPr/>
          <a:lstStyle/>
          <a:p>
            <a:r>
              <a:rPr lang="en-US" dirty="0"/>
              <a:t>MILESTONE 4: WRITING CUSTOM FRAMEWORK &amp; OUTDOOR ASSIGNMENT</a:t>
            </a:r>
          </a:p>
        </p:txBody>
      </p:sp>
      <p:pic>
        <p:nvPicPr>
          <p:cNvPr id="70662" name="Picture 6" descr="Summer outdoor activities | Free Vector">
            <a:extLst>
              <a:ext uri="{FF2B5EF4-FFF2-40B4-BE49-F238E27FC236}">
                <a16:creationId xmlns:a16="http://schemas.microsoft.com/office/drawing/2014/main" id="{72BC3763-A35A-4EEE-BE84-00116DCFF102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000" b="23416"/>
          <a:stretch/>
        </p:blipFill>
        <p:spPr bwMode="auto">
          <a:xfrm>
            <a:off x="0" y="1098550"/>
            <a:ext cx="12192000" cy="215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72324306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CUSTOM FRAMEWORK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B77B2DF-B195-42A2-824E-322F22C883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98001"/>
            <a:ext cx="8581372" cy="496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3707252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TALKING WITH FOREIGNER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35BC627-A9E5-405B-810E-0D8C87AB00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99" y="1129004"/>
            <a:ext cx="9587723" cy="5393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454839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D13BEE1-F4A7-43C1-8A03-A1698568F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MAKE PRESENTATION ABOUT VIETNAM HISTORY AND CULTURE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8BE795-9F80-4DE3-A5C7-3FC2DBA1FB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99" y="1098000"/>
            <a:ext cx="6836548" cy="51274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E2C394-4AEE-455E-8EEF-C30C2CD3D3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5785" y="1098000"/>
            <a:ext cx="3846933" cy="5129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621913"/>
      </p:ext>
    </p:extLst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0834D7-3E11-401A-8AAE-0271D06B3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1999" y="4246161"/>
            <a:ext cx="11331375" cy="1212247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73732" name="Picture 4" descr="Summary Writing: Top 10 tips for writing a good summary.">
            <a:extLst>
              <a:ext uri="{FF2B5EF4-FFF2-40B4-BE49-F238E27FC236}">
                <a16:creationId xmlns:a16="http://schemas.microsoft.com/office/drawing/2014/main" id="{E71019CB-D8A4-4A7F-9719-71BE84A3B54C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75" b="34075"/>
          <a:stretch>
            <a:fillRect/>
          </a:stretch>
        </p:blipFill>
        <p:spPr bwMode="auto"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1071519"/>
      </p:ext>
    </p:extLst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6595E43-6AB7-45D1-B8A4-F47A4146A6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1999" y="1098001"/>
            <a:ext cx="11329200" cy="5329788"/>
          </a:xfrm>
        </p:spPr>
        <p:txBody>
          <a:bodyPr/>
          <a:lstStyle/>
          <a:p>
            <a:r>
              <a:rPr lang="en-US" dirty="0"/>
              <a:t>Learn from feedback and solving problem</a:t>
            </a:r>
          </a:p>
          <a:p>
            <a:r>
              <a:rPr lang="en-US" dirty="0"/>
              <a:t>Learn both technical and soft skills</a:t>
            </a:r>
          </a:p>
          <a:p>
            <a:r>
              <a:rPr lang="en-US" dirty="0"/>
              <a:t>Better everyday by daily progress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1DAE03E-F6F2-4403-960D-3EDA23FD8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B4E181-64CE-40C9-8F4C-AD48E4B5C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2304892"/>
            <a:ext cx="10641383" cy="254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3173516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5780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95162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494</TotalTime>
  <Words>316</Words>
  <Application>Microsoft Office PowerPoint</Application>
  <PresentationFormat>Widescreen</PresentationFormat>
  <Paragraphs>49</Paragraphs>
  <Slides>26</Slides>
  <Notes>5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bbv template EN</vt:lpstr>
      <vt:lpstr>think-cell Slide</vt:lpstr>
      <vt:lpstr>PowerPoint Presentation</vt:lpstr>
      <vt:lpstr>MILESTONE PREVIEW</vt:lpstr>
      <vt:lpstr>Agenda</vt:lpstr>
      <vt:lpstr>MILESTONE 1: TOP-DOWN APPROACH, DATABASE ANALYSIS &amp; DESIGN</vt:lpstr>
      <vt:lpstr>LEARN TOP-DOWN APPROACH</vt:lpstr>
      <vt:lpstr>DESIGN DATABASE FOR TRELLO</vt:lpstr>
      <vt:lpstr>FIRST VERSION OF LIST ENTITY FOR TRELLO</vt:lpstr>
      <vt:lpstr>VERSION AFTER RECEIVING FEEDBACK</vt:lpstr>
      <vt:lpstr>MILESTONE 2: Learn Critical Thinking &amp; Write SQL Query </vt:lpstr>
      <vt:lpstr>Critical Thinking</vt:lpstr>
      <vt:lpstr>Write SQL Query By Screen</vt:lpstr>
      <vt:lpstr>BEFORE AND AFTER RECEIVING FEEDBACK</vt:lpstr>
      <vt:lpstr>LEARN THREE-TIER ARCHITECTURE</vt:lpstr>
      <vt:lpstr>MILESTONE 3: Writing Unit Test &amp; Learn Clean Code Principle  </vt:lpstr>
      <vt:lpstr>WRITING UNIT TEST FOR TRELLO </vt:lpstr>
      <vt:lpstr>REFACTORING PROJECT UNIT TEST </vt:lpstr>
      <vt:lpstr>LEARN CLEAN CODE</vt:lpstr>
      <vt:lpstr>LEARN MVC MODEL</vt:lpstr>
      <vt:lpstr>MILESTONE 4: WRITING CUSTOM FRAMEWORK &amp; OUTDOOR ASSIGNMENT</vt:lpstr>
      <vt:lpstr>WRITING CUSTOM FRAMEWORK</vt:lpstr>
      <vt:lpstr>TALKING WITH FOREIGNER</vt:lpstr>
      <vt:lpstr>MAKE PRESENTATION ABOUT VIETNAM HISTORY AND CULTURE</vt:lpstr>
      <vt:lpstr>SUMMARY</vt:lpstr>
      <vt:lpstr>SUMMARY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35</cp:revision>
  <dcterms:created xsi:type="dcterms:W3CDTF">2025-07-10T03:51:23Z</dcterms:created>
  <dcterms:modified xsi:type="dcterms:W3CDTF">2025-08-25T04:47:17Z</dcterms:modified>
</cp:coreProperties>
</file>