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ppt/tags/tag3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3.xml" ContentType="application/vnd.openxmlformats-officedocument.presentationml.tags+xml"/>
  <Override PartName="/ppt/notesSlides/notesSlide14.xml" ContentType="application/vnd.openxmlformats-officedocument.presentationml.notesSlide+xml"/>
  <Override PartName="/ppt/tags/tag34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3"/>
  </p:sldMasterIdLst>
  <p:notesMasterIdLst>
    <p:notesMasterId r:id="rId40"/>
  </p:notesMasterIdLst>
  <p:handoutMasterIdLst>
    <p:handoutMasterId r:id="rId41"/>
  </p:handoutMasterIdLst>
  <p:sldIdLst>
    <p:sldId id="2145705975" r:id="rId4"/>
    <p:sldId id="330" r:id="rId5"/>
    <p:sldId id="331" r:id="rId6"/>
    <p:sldId id="2145705950" r:id="rId7"/>
    <p:sldId id="2145705951" r:id="rId8"/>
    <p:sldId id="2145705952" r:id="rId9"/>
    <p:sldId id="2145705953" r:id="rId10"/>
    <p:sldId id="2145705954" r:id="rId11"/>
    <p:sldId id="2145705955" r:id="rId12"/>
    <p:sldId id="2145705956" r:id="rId13"/>
    <p:sldId id="2145705976" r:id="rId14"/>
    <p:sldId id="2145705957" r:id="rId15"/>
    <p:sldId id="2145705958" r:id="rId16"/>
    <p:sldId id="2145705962" r:id="rId17"/>
    <p:sldId id="2145705960" r:id="rId18"/>
    <p:sldId id="2145705963" r:id="rId19"/>
    <p:sldId id="2145705973" r:id="rId20"/>
    <p:sldId id="2145705964" r:id="rId21"/>
    <p:sldId id="2145705965" r:id="rId22"/>
    <p:sldId id="2145705966" r:id="rId23"/>
    <p:sldId id="2145705967" r:id="rId24"/>
    <p:sldId id="2145705968" r:id="rId25"/>
    <p:sldId id="2145705969" r:id="rId26"/>
    <p:sldId id="2145705970" r:id="rId27"/>
    <p:sldId id="2145705971" r:id="rId28"/>
    <p:sldId id="315" r:id="rId29"/>
    <p:sldId id="2145705974" r:id="rId30"/>
    <p:sldId id="2145705933" r:id="rId31"/>
    <p:sldId id="2145705739" r:id="rId32"/>
    <p:sldId id="2145705913" r:id="rId33"/>
    <p:sldId id="2145705949" r:id="rId34"/>
    <p:sldId id="2145705749" r:id="rId35"/>
    <p:sldId id="2145705911" r:id="rId36"/>
    <p:sldId id="2145705934" r:id="rId37"/>
    <p:sldId id="2145705791" r:id="rId38"/>
    <p:sldId id="2145705742" r:id="rId39"/>
  </p:sldIdLst>
  <p:sldSz cx="12192000" cy="6858000"/>
  <p:notesSz cx="6858000" cy="9144000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2145705975"/>
            <p14:sldId id="330"/>
            <p14:sldId id="331"/>
            <p14:sldId id="2145705950"/>
            <p14:sldId id="2145705951"/>
            <p14:sldId id="2145705952"/>
            <p14:sldId id="2145705953"/>
            <p14:sldId id="2145705954"/>
            <p14:sldId id="2145705955"/>
            <p14:sldId id="2145705956"/>
            <p14:sldId id="2145705976"/>
            <p14:sldId id="2145705957"/>
            <p14:sldId id="2145705958"/>
            <p14:sldId id="2145705962"/>
            <p14:sldId id="2145705960"/>
            <p14:sldId id="2145705963"/>
            <p14:sldId id="2145705973"/>
            <p14:sldId id="2145705964"/>
            <p14:sldId id="2145705965"/>
            <p14:sldId id="2145705966"/>
            <p14:sldId id="2145705967"/>
            <p14:sldId id="2145705968"/>
            <p14:sldId id="2145705969"/>
            <p14:sldId id="2145705970"/>
            <p14:sldId id="2145705971"/>
            <p14:sldId id="315"/>
            <p14:sldId id="2145705974"/>
          </p14:sldIdLst>
        </p14:section>
        <p14:section name="How-to guides" id="{940A1398-85E1-49ED-8D6E-5B86E8378269}">
          <p14:sldIdLst>
            <p14:sldId id="2145705933"/>
            <p14:sldId id="2145705739"/>
            <p14:sldId id="2145705913"/>
            <p14:sldId id="2145705949"/>
            <p14:sldId id="2145705749"/>
            <p14:sldId id="2145705911"/>
          </p14:sldIdLst>
        </p14:section>
        <p14:section name="Style guide" id="{469652BB-A032-4484-908B-5AD5FE899E09}">
          <p14:sldIdLst>
            <p14:sldId id="2145705934"/>
            <p14:sldId id="2145705791"/>
            <p14:sldId id="214570574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00D6"/>
    <a:srgbClr val="9A07CB"/>
    <a:srgbClr val="00467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2" autoAdjust="0"/>
    <p:restoredTop sz="91187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762" y="114"/>
      </p:cViewPr>
      <p:guideLst/>
    </p:cSldViewPr>
  </p:slideViewPr>
  <p:outlineViewPr>
    <p:cViewPr>
      <p:scale>
        <a:sx n="33" d="100"/>
        <a:sy n="33" d="100"/>
      </p:scale>
      <p:origin x="0" y="-246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gs" Target="tags/tag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904110-CA28-333E-2C34-1D6898DC0F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8BA21-CD2F-EE12-5978-472132E8FF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5959A-AE8E-4098-8E47-081D9FE6ACD1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F835B-6669-0F4A-D3F6-4284B75B49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6185-AADD-6E7A-A4FC-A558DFE03E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649B8-B442-4509-AEA1-C442A31137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3521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82F50848-CCE2-4F33-8910-F863336B6EB2}" type="datetimeFigureOut">
              <a:rPr lang="de-CH" smtClean="0"/>
              <a:pPr/>
              <a:t>24.08.2025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6A4FF178-7F5C-4C53-AC97-DF4205D97146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523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817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61634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7889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39619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2244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4302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1895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184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5110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8010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622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979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5405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634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sv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0.svg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8544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4666033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4605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475" indent="-625475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475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1409281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 userDrawn="1">
          <p15:clr>
            <a:srgbClr val="FBAE40"/>
          </p15:clr>
        </p15:guide>
        <p15:guide id="9" pos="270" userDrawn="1">
          <p15:clr>
            <a:srgbClr val="FBAE40"/>
          </p15:clr>
        </p15:guide>
        <p15:guide id="10" pos="3839" userDrawn="1">
          <p15:clr>
            <a:srgbClr val="FBAE40"/>
          </p15:clr>
        </p15:guide>
        <p15:guide id="11" orient="horz" pos="4047" userDrawn="1">
          <p15:clr>
            <a:srgbClr val="FBAE40"/>
          </p15:clr>
        </p15:guide>
        <p15:guide id="12" orient="horz" pos="963" userDrawn="1">
          <p15:clr>
            <a:srgbClr val="FBAE40"/>
          </p15:clr>
        </p15:guide>
        <p15:guide id="13" pos="35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23631067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28763"/>
            <a:ext cx="11329200" cy="489902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87379739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587"/>
            <a:ext cx="113292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11329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9886104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5447999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447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2000" y="2160587"/>
            <a:ext cx="5449788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2000" y="1530000"/>
            <a:ext cx="5449788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93578478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1359" userDrawn="1">
          <p15:clr>
            <a:srgbClr val="FBAE40"/>
          </p15:clr>
        </p15:guide>
        <p15:guide id="21" pos="3974" userDrawn="1">
          <p15:clr>
            <a:srgbClr val="FBAE40"/>
          </p15:clr>
        </p15:guide>
        <p15:guide id="22" pos="37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16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7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720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9897899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210" userDrawn="1">
          <p15:clr>
            <a:srgbClr val="FBAE40"/>
          </p15:clr>
        </p15:guide>
        <p15:guide id="24" pos="4940" userDrawn="1">
          <p15:clr>
            <a:srgbClr val="FBAE40"/>
          </p15:clr>
        </p15:guide>
        <p15:guide id="25" pos="2740" userDrawn="1">
          <p15:clr>
            <a:srgbClr val="FBAE40"/>
          </p15:clr>
        </p15:guide>
        <p15:guide id="26" pos="24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58721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orient="horz" pos="1359" userDrawn="1">
          <p15:clr>
            <a:srgbClr val="FBAE40"/>
          </p15:clr>
        </p15:guide>
        <p15:guide id="22" pos="3568" userDrawn="1">
          <p15:clr>
            <a:srgbClr val="FBAE40"/>
          </p15:clr>
        </p15:guide>
        <p15:guide id="23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66155744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8285287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828655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6092407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492" userDrawn="1">
          <p15:clr>
            <a:srgbClr val="FBAE40"/>
          </p15:clr>
        </p15:guide>
        <p15:guide id="24" pos="57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1425" y="5131789"/>
            <a:ext cx="3178576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3853468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8" y="2157413"/>
            <a:ext cx="3928356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8" y="1530000"/>
            <a:ext cx="3928356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2355" y="2157413"/>
            <a:ext cx="3924931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2355" y="1530000"/>
            <a:ext cx="392493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53228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 userDrawn="1">
          <p15:clr>
            <a:srgbClr val="FBAE40"/>
          </p15:clr>
        </p15:guide>
        <p15:guide id="20" pos="270" userDrawn="1">
          <p15:clr>
            <a:srgbClr val="FBAE40"/>
          </p15:clr>
        </p15:guide>
        <p15:guide id="21" orient="horz" pos="692" userDrawn="1">
          <p15:clr>
            <a:srgbClr val="FBAE40"/>
          </p15:clr>
        </p15:guide>
        <p15:guide id="22" orient="horz" pos="4049" userDrawn="1">
          <p15:clr>
            <a:srgbClr val="FBAE40"/>
          </p15:clr>
        </p15:guide>
        <p15:guide id="23" orient="horz" pos="1359" userDrawn="1">
          <p15:clr>
            <a:srgbClr val="FBAE40"/>
          </p15:clr>
        </p15:guide>
        <p15:guide id="24" pos="5490" userDrawn="1">
          <p15:clr>
            <a:srgbClr val="FBAE40"/>
          </p15:clr>
        </p15:guide>
        <p15:guide id="25" pos="5760" userDrawn="1">
          <p15:clr>
            <a:srgbClr val="FBAE40"/>
          </p15:clr>
        </p15:guide>
        <p15:guide id="26" pos="3018" userDrawn="1">
          <p15:clr>
            <a:srgbClr val="FBAE40"/>
          </p15:clr>
        </p15:guide>
        <p15:guide id="27" pos="274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9187" y="1528763"/>
            <a:ext cx="5232602" cy="4896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4001" y="4365382"/>
            <a:ext cx="4798800" cy="2062406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4001" y="4238556"/>
            <a:ext cx="288000" cy="253652"/>
          </a:xfr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5374801" y="6292522"/>
            <a:ext cx="288000" cy="253652"/>
          </a:xfr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9887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pos="41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1944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3475239"/>
            <a:ext cx="11329789" cy="295254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68109393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218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098000"/>
            <a:ext cx="8640000" cy="1487991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1432" y="172618"/>
            <a:ext cx="1350568" cy="684364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6795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 userDrawn="1">
          <p15:clr>
            <a:srgbClr val="FBAE40"/>
          </p15:clr>
        </p15:guide>
        <p15:guide id="4" pos="571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4813706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 userDrawn="1">
          <p15:clr>
            <a:srgbClr val="FBAE40"/>
          </p15:clr>
        </p15:guide>
        <p15:guide id="11" orient="horz" pos="6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6136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298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136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2298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33046461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18735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822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822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0847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0847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0919109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532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32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5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5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264521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6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5998" y="2016000"/>
            <a:ext cx="5255944" cy="301878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5998" y="1520825"/>
            <a:ext cx="525594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5998" y="2847527"/>
            <a:ext cx="5255944" cy="113966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8" y="4535936"/>
            <a:ext cx="5255944" cy="189185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4707283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6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44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16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44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2000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16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1658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3298722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1999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1999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100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6100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813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78813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78813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1071765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vmlDrawing" Target="../drawings/vmlDrawing1.v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think-cell Slide" r:id="rId29" imgW="306" imgH="306" progId="TCLayout.ActiveDocument.1">
                  <p:embed/>
                </p:oleObj>
              </mc:Choice>
              <mc:Fallback>
                <p:oleObj name="think-cell Slide" r:id="rId29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0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021614" y="352800"/>
            <a:ext cx="73838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06" r:id="rId5"/>
    <p:sldLayoutId id="2147483709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7" r:id="rId24"/>
    <p:sldLayoutId id="2147483708" r:id="rId25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43.jpg"/><Relationship Id="rId2" Type="http://schemas.openxmlformats.org/officeDocument/2006/relationships/tags" Target="../tags/tag2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6.bin"/><Relationship Id="rId4" Type="http://schemas.openxmlformats.org/officeDocument/2006/relationships/notesSlide" Target="../notesSlides/notesSlide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5.png"/><Relationship Id="rId2" Type="http://schemas.openxmlformats.org/officeDocument/2006/relationships/tags" Target="../tags/tag29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27.bin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9.png"/><Relationship Id="rId2" Type="http://schemas.openxmlformats.org/officeDocument/2006/relationships/tags" Target="../tags/tag30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52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file:///C:\Users\Public\bbv_templates\Marketing\PPT-Bibliotheken\Bilder-Bibliothek" TargetMode="External"/><Relationship Id="rId13" Type="http://schemas.openxmlformats.org/officeDocument/2006/relationships/image" Target="../media/image61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6.jpg"/><Relationship Id="rId12" Type="http://schemas.openxmlformats.org/officeDocument/2006/relationships/image" Target="../media/image60.png"/><Relationship Id="rId2" Type="http://schemas.openxmlformats.org/officeDocument/2006/relationships/tags" Target="../tags/tag31.xml"/><Relationship Id="rId16" Type="http://schemas.openxmlformats.org/officeDocument/2006/relationships/image" Target="../media/image64.png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5.emf"/><Relationship Id="rId11" Type="http://schemas.openxmlformats.org/officeDocument/2006/relationships/image" Target="../media/image59.png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63.png"/><Relationship Id="rId10" Type="http://schemas.openxmlformats.org/officeDocument/2006/relationships/image" Target="../media/image58.sv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6.jpg"/><Relationship Id="rId12" Type="http://schemas.openxmlformats.org/officeDocument/2006/relationships/image" Target="../media/image70.png"/><Relationship Id="rId2" Type="http://schemas.openxmlformats.org/officeDocument/2006/relationships/tags" Target="../tags/tag3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5.emf"/><Relationship Id="rId11" Type="http://schemas.openxmlformats.org/officeDocument/2006/relationships/image" Target="../media/image69.png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68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6.png"/><Relationship Id="rId2" Type="http://schemas.openxmlformats.org/officeDocument/2006/relationships/tags" Target="../tags/tag3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75.pn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74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7.png"/><Relationship Id="rId2" Type="http://schemas.openxmlformats.org/officeDocument/2006/relationships/tags" Target="../tags/tag34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32.bin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89400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Quan Phan |  </a:t>
            </a:r>
            <a:r>
              <a:rPr lang="en-US" dirty="0"/>
              <a:t>24/08/2025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MILESTONE PREVIEW</a:t>
            </a:r>
          </a:p>
        </p:txBody>
      </p:sp>
      <p:pic>
        <p:nvPicPr>
          <p:cNvPr id="66572" name="Picture 12" descr="Milestone — rimu">
            <a:extLst>
              <a:ext uri="{FF2B5EF4-FFF2-40B4-BE49-F238E27FC236}">
                <a16:creationId xmlns:a16="http://schemas.microsoft.com/office/drawing/2014/main" id="{93963546-2189-48A2-B26B-F361B894F8B0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54" b="12902"/>
          <a:stretch/>
        </p:blipFill>
        <p:spPr bwMode="auto">
          <a:xfrm>
            <a:off x="0" y="1098000"/>
            <a:ext cx="12192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561E403-33F7-B94A-DE82-295AC6F21A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5" r="15853"/>
          <a:stretch/>
        </p:blipFill>
        <p:spPr>
          <a:xfrm>
            <a:off x="6096000" y="1098000"/>
            <a:ext cx="6096000" cy="5760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50F8-6089-8B05-8B3F-8F26994E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Top-d</a:t>
            </a:r>
            <a:r>
              <a:rPr lang="en-US" dirty="0"/>
              <a:t>own approach, </a:t>
            </a:r>
            <a:r>
              <a:rPr lang="en-GB" dirty="0"/>
              <a:t>Database Analysis &amp; Design</a:t>
            </a:r>
          </a:p>
          <a:p>
            <a:r>
              <a:rPr lang="en-GB" dirty="0"/>
              <a:t>Critical Thinking &amp; </a:t>
            </a:r>
            <a:r>
              <a:rPr lang="en-US" dirty="0"/>
              <a:t>Writing </a:t>
            </a:r>
            <a:r>
              <a:rPr lang="en-GB" dirty="0"/>
              <a:t>SQL Query</a:t>
            </a:r>
          </a:p>
          <a:p>
            <a:r>
              <a:rPr lang="en-GB" dirty="0"/>
              <a:t>Writing unit test &amp; Learn Clean Code Principle</a:t>
            </a:r>
          </a:p>
          <a:p>
            <a:r>
              <a:rPr lang="en-US" dirty="0"/>
              <a:t>Writing Custom </a:t>
            </a:r>
            <a:r>
              <a:rPr lang="en-GB" dirty="0"/>
              <a:t>Framework &amp; Outdoor challenge</a:t>
            </a:r>
          </a:p>
          <a:p>
            <a:r>
              <a:rPr lang="en-GB" dirty="0"/>
              <a:t>Summary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823D42-BBCC-FF67-3367-1A97BAB8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5981048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834D7-3E11-401A-8AAE-0271D06B3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999" y="4246161"/>
            <a:ext cx="11331375" cy="2159999"/>
          </a:xfrm>
        </p:spPr>
        <p:txBody>
          <a:bodyPr/>
          <a:lstStyle/>
          <a:p>
            <a:r>
              <a:rPr lang="en-US" dirty="0"/>
              <a:t>MILESTONE 1: TOP-DOWN APPROACH, DATABASE ANALYSIS &amp; DESIGN</a:t>
            </a:r>
          </a:p>
        </p:txBody>
      </p:sp>
      <p:pic>
        <p:nvPicPr>
          <p:cNvPr id="67594" name="Picture 10" descr="What is Thematic Analysis? A Guide to Methods &amp; AI-Powered Tools">
            <a:extLst>
              <a:ext uri="{FF2B5EF4-FFF2-40B4-BE49-F238E27FC236}">
                <a16:creationId xmlns:a16="http://schemas.microsoft.com/office/drawing/2014/main" id="{B4DB6C74-2C7A-4A0B-A606-CC7C3222ACE0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81" b="3428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08508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D0124-EA77-4F77-AE61-556EC08E7B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1446245"/>
            <a:ext cx="5232200" cy="5411754"/>
          </a:xfrm>
        </p:spPr>
        <p:txBody>
          <a:bodyPr/>
          <a:lstStyle/>
          <a:p>
            <a:r>
              <a:rPr lang="en-US" dirty="0"/>
              <a:t>Learn how to use mind map to learn new concept by 5W 1H</a:t>
            </a:r>
          </a:p>
          <a:p>
            <a:r>
              <a:rPr lang="en-US" dirty="0"/>
              <a:t>Learn how to break a big concept to many smaller concepts</a:t>
            </a:r>
          </a:p>
          <a:p>
            <a:r>
              <a:rPr lang="en-US" dirty="0"/>
              <a:t>Learn how to start from the overall picture before focusing on details</a:t>
            </a:r>
          </a:p>
          <a:p>
            <a:r>
              <a:rPr lang="en-US" dirty="0"/>
              <a:t>Learn how to organize knowledge hierarchically from general to specific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AD6FBE4-36ED-49DC-A44B-9D870D4A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TOP-DOWN APPROACH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431D9C-3C5D-49F9-A364-72693DAAD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592" y="1098000"/>
            <a:ext cx="4907250" cy="565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4413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895C11A5-DCD3-4946-BC8E-8B292F25FC2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 b="5472"/>
          <a:stretch/>
        </p:blipFill>
        <p:spPr>
          <a:xfrm>
            <a:off x="0" y="1098000"/>
            <a:ext cx="12192000" cy="5760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6560A81-A698-46BC-8043-879FB4AA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DATABASE FOR TRELLO</a:t>
            </a:r>
          </a:p>
        </p:txBody>
      </p:sp>
    </p:spTree>
    <p:extLst>
      <p:ext uri="{BB962C8B-B14F-4D97-AF65-F5344CB8AC3E}">
        <p14:creationId xmlns:p14="http://schemas.microsoft.com/office/powerpoint/2010/main" val="323732494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7747139-76B4-4444-AA33-363412991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8" y="1098000"/>
            <a:ext cx="5477633" cy="53297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9875783" cy="1098000"/>
          </a:xfrm>
        </p:spPr>
        <p:txBody>
          <a:bodyPr/>
          <a:lstStyle/>
          <a:p>
            <a:r>
              <a:rPr lang="en-US" dirty="0"/>
              <a:t>FIRST VERSION OF LIST ENTITY FOR TRELLO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A340EE-22A4-45FF-918B-7332DCC05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728" y="1490865"/>
            <a:ext cx="6249272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915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AFTER RECEIVING FEEDBACK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A625DB-E201-4A12-9B52-5D78548CB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98001"/>
            <a:ext cx="5664000" cy="5253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6617A-68D5-4367-A250-BFCBD41FB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999" y="1098000"/>
            <a:ext cx="6322485" cy="31453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2C1418-EB2C-4D6F-9CDD-2D4D84B34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999" y="4243357"/>
            <a:ext cx="6322485" cy="193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7327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834D7-3E11-401A-8AAE-0271D06B3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999" y="4246161"/>
            <a:ext cx="11331375" cy="2159999"/>
          </a:xfrm>
        </p:spPr>
        <p:txBody>
          <a:bodyPr/>
          <a:lstStyle/>
          <a:p>
            <a:r>
              <a:rPr lang="en-US" dirty="0"/>
              <a:t>MILESTONE 2: Learn Critical Thinking &amp; Write SQL Query </a:t>
            </a:r>
          </a:p>
        </p:txBody>
      </p:sp>
      <p:pic>
        <p:nvPicPr>
          <p:cNvPr id="69638" name="Picture 6" descr="Critical thinking Là Gì? Làm Thế Nào Để Rèn Luyện Critical thinking Ở Mỗi  Người? | Tin tức | TG VINA ARKS | Những vị trí yêu cầu những người mong muốn">
            <a:extLst>
              <a:ext uri="{FF2B5EF4-FFF2-40B4-BE49-F238E27FC236}">
                <a16:creationId xmlns:a16="http://schemas.microsoft.com/office/drawing/2014/main" id="{B3C9F1BE-AD6C-498C-B588-A66D1550C297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86" b="32450"/>
          <a:stretch/>
        </p:blipFill>
        <p:spPr bwMode="auto">
          <a:xfrm>
            <a:off x="0" y="1098000"/>
            <a:ext cx="12192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21174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22DF16-1788-466F-AAEC-28B377A8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 – BIAS &amp; FALLACY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7FC6C9-6BDF-41A0-8419-988E4AD96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741338"/>
              </p:ext>
            </p:extLst>
          </p:nvPr>
        </p:nvGraphicFramePr>
        <p:xfrm>
          <a:off x="431999" y="871621"/>
          <a:ext cx="11143702" cy="58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851">
                  <a:extLst>
                    <a:ext uri="{9D8B030D-6E8A-4147-A177-3AD203B41FA5}">
                      <a16:colId xmlns:a16="http://schemas.microsoft.com/office/drawing/2014/main" val="2545822471"/>
                    </a:ext>
                  </a:extLst>
                </a:gridCol>
                <a:gridCol w="5571851">
                  <a:extLst>
                    <a:ext uri="{9D8B030D-6E8A-4147-A177-3AD203B41FA5}">
                      <a16:colId xmlns:a16="http://schemas.microsoft.com/office/drawing/2014/main" val="1175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BIAS - THIÊN KIẾN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FALLACY - NGỤY BIỆN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Stereotype Bias (Định </a:t>
                      </a:r>
                      <a:r>
                        <a:rPr lang="en-US" sz="1600" b="1" dirty="0" err="1"/>
                        <a:t>kiến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nhóm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i="1" dirty="0"/>
                        <a:t>Using societal stereotypes to judge a group of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Appeal to Emotion (</a:t>
                      </a:r>
                      <a:r>
                        <a:rPr lang="en-US" sz="1600" b="1" dirty="0" err="1"/>
                        <a:t>Dựa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vào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cảm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xúc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Using emotion to persuade instead of logical 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488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Halo Effect (Hiệu </a:t>
                      </a:r>
                      <a:r>
                        <a:rPr lang="en-US" sz="1600" b="1" dirty="0" err="1"/>
                        <a:t>ứng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hào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quang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Using one prominent characteristic to form an overall positive judgment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pt-BR" sz="1600" b="1" dirty="0"/>
                        <a:t>Ad Hominem (Tấn công cá nhân):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Attacking the person instead of evaluating the merit of their actions/record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418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Confirmation Bias (Thiên </a:t>
                      </a:r>
                      <a:r>
                        <a:rPr lang="en-US" sz="1600" b="1" dirty="0" err="1"/>
                        <a:t>kiến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xác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nhận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Paying attention only to information that confirms existing beliefs, while ignoring contradictory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Bandwagon Fallacy (Theo </a:t>
                      </a:r>
                      <a:r>
                        <a:rPr lang="en-US" sz="1600" b="1" dirty="0" err="1"/>
                        <a:t>số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đông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Assuming something is true because many people believe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621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Availability Bias (Thiên </a:t>
                      </a:r>
                      <a:r>
                        <a:rPr lang="en-US" sz="1600" b="1" dirty="0" err="1"/>
                        <a:t>kiến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sẵn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có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Making decisions based on easily recalled, recent examples or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vi-VN" sz="1600" b="1" dirty="0"/>
                        <a:t>False Dilemma (Lưỡng nan giả tạo):</a:t>
                      </a:r>
                      <a:endParaRPr lang="en-US" sz="1600" b="1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Presenting only 2 extreme options, when other solutions might exist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43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Anchoring Bias (Thiên </a:t>
                      </a:r>
                      <a:r>
                        <a:rPr lang="en-US" sz="1600" b="1" dirty="0" err="1"/>
                        <a:t>kiến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mỏ</a:t>
                      </a:r>
                      <a:r>
                        <a:rPr lang="en-US" sz="1600" b="1" dirty="0"/>
                        <a:t> neo):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Relying too heavily on the first piece of information received (the anchor) when making a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vi-VN" sz="1600" b="1" dirty="0"/>
                        <a:t>Slippery Slope (Dốc trơn trượt):</a:t>
                      </a:r>
                      <a:endParaRPr lang="en-US" sz="1600" b="1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Claiming one action will inevitably lead to a series of negative, unavoidable consequences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07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In-group Bias (Thiên </a:t>
                      </a:r>
                      <a:r>
                        <a:rPr lang="en-US" sz="1600" b="1" dirty="0" err="1"/>
                        <a:t>kiến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nhóm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trong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dirty="0"/>
                        <a:t>Preferring individuals who share similar backgrounds, professions, or circumstances, etc.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Appeal to Authority (</a:t>
                      </a:r>
                      <a:r>
                        <a:rPr lang="en-US" sz="1600" b="1" dirty="0" err="1"/>
                        <a:t>Dựa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vào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quyền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lực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Assuming someone is correct because of their title, regardless of relevant expertise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09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/>
                        <a:t>Hasty Generalization (</a:t>
                      </a:r>
                      <a:r>
                        <a:rPr lang="en-US" sz="1600" b="1" dirty="0" err="1"/>
                        <a:t>Khái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quát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vội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vàng</a:t>
                      </a:r>
                      <a:r>
                        <a:rPr lang="en-US" sz="1600" b="1" dirty="0"/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i="1" dirty="0"/>
                        <a:t>Drawing a broad conclusion from a few isolated examples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85224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77796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22DF16-1788-466F-AAEC-28B377A8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ENHANCING CRITICAL THINKING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B7102B-BBC8-4931-B35D-0657F9C1BA00}"/>
              </a:ext>
            </a:extLst>
          </p:cNvPr>
          <p:cNvSpPr txBox="1"/>
          <p:nvPr/>
        </p:nvSpPr>
        <p:spPr>
          <a:xfrm>
            <a:off x="431999" y="1098000"/>
            <a:ext cx="10559462" cy="379124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Ask questions:</a:t>
            </a:r>
            <a:r>
              <a:rPr lang="en-US" dirty="0"/>
              <a:t> Always ask "Why?", "How?", "What's the evidence?".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Seek diverse information:</a:t>
            </a:r>
            <a:r>
              <a:rPr lang="en-US" dirty="0"/>
              <a:t> Don't rely on a single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Challenge your own beliefs:</a:t>
            </a:r>
            <a:r>
              <a:rPr lang="en-US" dirty="0"/>
              <a:t> Be willing to change your mind if presented with convincing evidence.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Understand fallacies and biases:</a:t>
            </a:r>
            <a:r>
              <a:rPr lang="en-US" dirty="0"/>
              <a:t> Recognize them in others and in yourself.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Focus on data and evidence:</a:t>
            </a:r>
            <a:r>
              <a:rPr lang="en-US" dirty="0"/>
              <a:t> Don't let emotions or prejudices dictate your judgment.</a:t>
            </a:r>
          </a:p>
        </p:txBody>
      </p:sp>
    </p:spTree>
    <p:extLst>
      <p:ext uri="{BB962C8B-B14F-4D97-AF65-F5344CB8AC3E}">
        <p14:creationId xmlns:p14="http://schemas.microsoft.com/office/powerpoint/2010/main" val="219192586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560A81-A698-46BC-8043-879FB4AA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SQL Query By Screen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FF3C569-083A-4FF1-990B-0EA4B7E1F51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 b="5598"/>
          <a:stretch/>
        </p:blipFill>
        <p:spPr>
          <a:xfrm>
            <a:off x="0" y="1098000"/>
            <a:ext cx="12192000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4755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AND AFTER RECEIVING FEEDBACK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574BC7-1F65-45C4-803E-FCD9BB8C2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9" y="1098000"/>
            <a:ext cx="6997078" cy="1562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522E99-572E-4B59-9D02-62E79024C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3842014"/>
            <a:ext cx="5838172" cy="11240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D2B285-D19F-4937-9C49-90C86A256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090" y="1098000"/>
            <a:ext cx="5001323" cy="2295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23CE06-33D0-4AE6-BC5B-DC7535EE1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502" y="3758039"/>
            <a:ext cx="5063912" cy="200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9322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THREE-TIER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194B55-84D0-4F54-845D-1C674152C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99" y="1098000"/>
            <a:ext cx="10666797" cy="519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9992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834D7-3E11-401A-8AAE-0271D06B3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999" y="4246161"/>
            <a:ext cx="11331375" cy="2159999"/>
          </a:xfrm>
        </p:spPr>
        <p:txBody>
          <a:bodyPr/>
          <a:lstStyle/>
          <a:p>
            <a:r>
              <a:rPr lang="en-US" dirty="0"/>
              <a:t>MILESTONE 3: Writing Unit Test &amp; Learn Clean Code Principle  </a:t>
            </a:r>
          </a:p>
        </p:txBody>
      </p:sp>
      <p:pic>
        <p:nvPicPr>
          <p:cNvPr id="68610" name="Picture 2" descr="Unit Test là gì? 5 khái niệm cần biết khi sử dụng Unit Test">
            <a:extLst>
              <a:ext uri="{FF2B5EF4-FFF2-40B4-BE49-F238E27FC236}">
                <a16:creationId xmlns:a16="http://schemas.microsoft.com/office/drawing/2014/main" id="{3EF0AEDC-2296-47B5-9C0E-C85D81067D8B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12" b="356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76731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560A81-A698-46BC-8043-879FB4AA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UNIT TEST FOR TRELLO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911AAB5-29D6-46E5-8A40-D7F3BA5CA25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 l="6571" r="16952"/>
          <a:stretch/>
        </p:blipFill>
        <p:spPr>
          <a:xfrm>
            <a:off x="0" y="1098000"/>
            <a:ext cx="12192000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41045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PROJECT UNIT TEST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774B6E-8DF0-4D98-A4FC-7966E3BD1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9" y="1629875"/>
            <a:ext cx="11025993" cy="6353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77FBF1-C918-4C97-A006-3C2E013CE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2797091"/>
            <a:ext cx="11025993" cy="631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69B4A2-8A71-4C4C-B73E-DA780F8D2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98" y="4181113"/>
            <a:ext cx="11025993" cy="59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2526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CLEAN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0BF1CD-CF88-4D72-9D00-C74EE7071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830426"/>
            <a:ext cx="8114842" cy="547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0472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MVC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81ABB-4B73-4732-BA12-4DA743A13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098000"/>
            <a:ext cx="11328002" cy="471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3901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834D7-3E11-401A-8AAE-0271D06B3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999" y="4246161"/>
            <a:ext cx="11331375" cy="2159999"/>
          </a:xfrm>
        </p:spPr>
        <p:txBody>
          <a:bodyPr/>
          <a:lstStyle/>
          <a:p>
            <a:r>
              <a:rPr lang="en-US" dirty="0"/>
              <a:t>MILESTONE 4: WRITING CUSTOM FRAMEWORK &amp; OUTDOOR ASSIGNMENT</a:t>
            </a:r>
          </a:p>
        </p:txBody>
      </p:sp>
      <p:pic>
        <p:nvPicPr>
          <p:cNvPr id="70662" name="Picture 6" descr="Summer outdoor activities | Free Vector">
            <a:extLst>
              <a:ext uri="{FF2B5EF4-FFF2-40B4-BE49-F238E27FC236}">
                <a16:creationId xmlns:a16="http://schemas.microsoft.com/office/drawing/2014/main" id="{72BC3763-A35A-4EEE-BE84-00116DCFF102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23416"/>
          <a:stretch/>
        </p:blipFill>
        <p:spPr bwMode="auto">
          <a:xfrm>
            <a:off x="0" y="1098550"/>
            <a:ext cx="121920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32430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CUSTOM FRAMEWORK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77B2DF-B195-42A2-824E-322F22C88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98001"/>
            <a:ext cx="8581372" cy="496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0725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TALKING WITH FOREIGNER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BC627-A9E5-405B-810E-0D8C87AB0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99" y="1129004"/>
            <a:ext cx="9587723" cy="539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5483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3BEE1-F4A7-43C1-8A03-A1698568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PRESENTATION ABOUT VIETNAM HISTORY AND CULTURE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8BE795-9F80-4DE3-A5C7-3FC2DBA1F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99" y="1098000"/>
            <a:ext cx="6836548" cy="5127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E2C394-4AEE-455E-8EEF-C30C2CD3D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785" y="1098000"/>
            <a:ext cx="3846933" cy="51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2191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834D7-3E11-401A-8AAE-0271D06B3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999" y="4246161"/>
            <a:ext cx="11331375" cy="1212247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pic>
        <p:nvPicPr>
          <p:cNvPr id="73732" name="Picture 4" descr="Summary Writing: Top 10 tips for writing a good summary.">
            <a:extLst>
              <a:ext uri="{FF2B5EF4-FFF2-40B4-BE49-F238E27FC236}">
                <a16:creationId xmlns:a16="http://schemas.microsoft.com/office/drawing/2014/main" id="{E71019CB-D8A4-4A7F-9719-71BE84A3B54C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75" b="3407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07151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595E43-6AB7-45D1-B8A4-F47A4146A6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99" y="1098001"/>
            <a:ext cx="11329200" cy="5329788"/>
          </a:xfrm>
        </p:spPr>
        <p:txBody>
          <a:bodyPr/>
          <a:lstStyle/>
          <a:p>
            <a:r>
              <a:rPr lang="en-US" dirty="0"/>
              <a:t>Learn from feedback and solving problem</a:t>
            </a:r>
          </a:p>
          <a:p>
            <a:r>
              <a:rPr lang="en-US" dirty="0"/>
              <a:t>Learn both technical and soft skills</a:t>
            </a:r>
          </a:p>
          <a:p>
            <a:r>
              <a:rPr lang="en-US" dirty="0"/>
              <a:t>Better everyday by daily progress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DAE03E-F6F2-4403-960D-3EDA23FD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4E181-64CE-40C9-8F4C-AD48E4B5C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2304892"/>
            <a:ext cx="10641383" cy="254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7351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E052DC5-8AEF-4B7F-34D2-716E4153D1B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78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E052DC5-8AEF-4B7F-34D2-716E4153D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F29FAE8-E1AD-FA22-A7BD-00CDD1CE948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7"/>
          <a:srcRect t="2760" b="2760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DFB63B3-A8AC-8683-C803-22C28B4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vi-VN" dirty="0"/>
              <a:t>Q&amp;A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1331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162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D83385-DD69-B7BD-E2B6-0A242990CC3A}"/>
              </a:ext>
            </a:extLst>
          </p:cNvPr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CC62CD-ACBD-AFB8-0A0A-39B03DAA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bbv template EN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9EDA6E7-CE36-4AD9-EDBC-9B63C56CC212}"/>
              </a:ext>
            </a:extLst>
          </p:cNvPr>
          <p:cNvSpPr txBox="1">
            <a:spLocks/>
          </p:cNvSpPr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>
                <a:solidFill>
                  <a:schemeClr val="tx1"/>
                </a:solidFill>
              </a:rPr>
              <a:t>How-to guides</a:t>
            </a:r>
          </a:p>
        </p:txBody>
      </p:sp>
    </p:spTree>
    <p:extLst>
      <p:ext uri="{BB962C8B-B14F-4D97-AF65-F5344CB8AC3E}">
        <p14:creationId xmlns:p14="http://schemas.microsoft.com/office/powerpoint/2010/main" val="2769580396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841D12F-B135-4159-C169-DE452BDD33E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980554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9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841D12F-B135-4159-C169-DE452BDD3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E140A25A-DF6B-4204-A597-8B53E195249D}"/>
              </a:ext>
            </a:extLst>
          </p:cNvPr>
          <p:cNvGrpSpPr/>
          <p:nvPr/>
        </p:nvGrpSpPr>
        <p:grpSpPr>
          <a:xfrm>
            <a:off x="3929620" y="1744763"/>
            <a:ext cx="4932000" cy="4680000"/>
            <a:chOff x="3166213" y="1744763"/>
            <a:chExt cx="4932000" cy="4680000"/>
          </a:xfrm>
        </p:grpSpPr>
        <p:sp>
          <p:nvSpPr>
            <p:cNvPr id="60" name="Rechteck 11">
              <a:extLst>
                <a:ext uri="{FF2B5EF4-FFF2-40B4-BE49-F238E27FC236}">
                  <a16:creationId xmlns:a16="http://schemas.microsoft.com/office/drawing/2014/main" id="{66BFFB58-8FD5-7D03-C728-2693A7416F77}"/>
                </a:ext>
              </a:extLst>
            </p:cNvPr>
            <p:cNvSpPr/>
            <p:nvPr/>
          </p:nvSpPr>
          <p:spPr>
            <a:xfrm>
              <a:off x="3166213" y="1744763"/>
              <a:ext cx="4932000" cy="4680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D78C778-0E33-31FE-6EFA-63365FFCE0B0}"/>
                </a:ext>
              </a:extLst>
            </p:cNvPr>
            <p:cNvSpPr/>
            <p:nvPr/>
          </p:nvSpPr>
          <p:spPr>
            <a:xfrm>
              <a:off x="3262983" y="1845121"/>
              <a:ext cx="4738461" cy="447928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05709E5-1E8C-E8CE-BA52-63EA88683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83979" y="1960763"/>
              <a:ext cx="4496469" cy="4248000"/>
            </a:xfrm>
            <a:prstGeom prst="rect">
              <a:avLst/>
            </a:prstGeom>
          </p:spPr>
        </p:pic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FD0790F1-7C15-85DF-E10C-820E24E9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bbv Master layouts &amp; slide library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07A0ADF-C71F-7A34-664B-C9837DE80F58}"/>
              </a:ext>
            </a:extLst>
          </p:cNvPr>
          <p:cNvSpPr txBox="1">
            <a:spLocks/>
          </p:cNvSpPr>
          <p:nvPr/>
        </p:nvSpPr>
        <p:spPr>
          <a:xfrm>
            <a:off x="428626" y="1530000"/>
            <a:ext cx="1692000" cy="4897788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144000" tIns="144000" rIns="96000" bIns="192000" rtlCol="0" anchor="t" anchorCtr="0">
            <a:noAutofit/>
          </a:bodyPr>
          <a:lstStyle>
            <a:lvl1pPr marL="269081" indent="-26908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972" indent="-26789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272" indent="-27027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50000"/>
              <a:buFontTx/>
              <a:buBlip>
                <a:blip r:embed="rId8"/>
              </a:buBlip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b="1" kern="600" cap="none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defTabSz="914377">
              <a:spcAft>
                <a:spcPts val="1600"/>
              </a:spcAft>
            </a:pPr>
            <a:r>
              <a:rPr lang="en-GB" sz="2100" b="1" kern="1200" spc="40">
                <a:solidFill>
                  <a:schemeClr val="bg1"/>
                </a:solidFill>
                <a:cs typeface="Arial" panose="020B0604020202020204" pitchFamily="34" charset="0"/>
              </a:rPr>
              <a:t>Insert new slide</a:t>
            </a:r>
          </a:p>
        </p:txBody>
      </p:sp>
      <p:sp>
        <p:nvSpPr>
          <p:cNvPr id="4" name="Rechteck 13">
            <a:extLst>
              <a:ext uri="{FF2B5EF4-FFF2-40B4-BE49-F238E27FC236}">
                <a16:creationId xmlns:a16="http://schemas.microsoft.com/office/drawing/2014/main" id="{3B89209E-4589-13C1-1A01-2A27C42F2E8B}"/>
              </a:ext>
            </a:extLst>
          </p:cNvPr>
          <p:cNvSpPr/>
          <p:nvPr/>
        </p:nvSpPr>
        <p:spPr>
          <a:xfrm>
            <a:off x="9313788" y="1744763"/>
            <a:ext cx="2448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Click on «New Slide»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7FA896A9-75E3-CF28-5EFA-F860576C746A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" name="Rechteck 13">
            <a:extLst>
              <a:ext uri="{FF2B5EF4-FFF2-40B4-BE49-F238E27FC236}">
                <a16:creationId xmlns:a16="http://schemas.microsoft.com/office/drawing/2014/main" id="{EBC95599-CBA1-4453-B6BD-FE23F06D949A}"/>
              </a:ext>
            </a:extLst>
          </p:cNvPr>
          <p:cNvSpPr/>
          <p:nvPr/>
        </p:nvSpPr>
        <p:spPr>
          <a:xfrm>
            <a:off x="9313788" y="3037087"/>
            <a:ext cx="2448000" cy="17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Select layout</a:t>
            </a:r>
          </a:p>
          <a:p>
            <a:pPr algn="ctr" defTabSz="914354">
              <a:lnSpc>
                <a:spcPct val="12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Choose the desired layout from the pre-programmed master layouts.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72304DA0-924A-DB02-67DE-E6FB6B6A18B7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2821087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" name="Rechteck 13">
            <a:extLst>
              <a:ext uri="{FF2B5EF4-FFF2-40B4-BE49-F238E27FC236}">
                <a16:creationId xmlns:a16="http://schemas.microsoft.com/office/drawing/2014/main" id="{FF2255DC-5F79-8DC2-B761-1D7099A50917}"/>
              </a:ext>
            </a:extLst>
          </p:cNvPr>
          <p:cNvSpPr/>
          <p:nvPr/>
        </p:nvSpPr>
        <p:spPr>
          <a:xfrm>
            <a:off x="9313788" y="5163295"/>
            <a:ext cx="2448000" cy="12644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Or select layout from slide library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A612A30E-E4D4-7DA6-B1CD-62C76EA1BBDE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4947295"/>
            <a:ext cx="432000" cy="432000"/>
          </a:xfrm>
          <a:prstGeom prst="ellipse">
            <a:avLst/>
          </a:prstGeom>
          <a:solidFill>
            <a:srgbClr val="F5AD33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GB" sz="1800">
              <a:solidFill>
                <a:prstClr val="white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" name="Gerade Verbindung mit Pfeil 94">
            <a:extLst>
              <a:ext uri="{FF2B5EF4-FFF2-40B4-BE49-F238E27FC236}">
                <a16:creationId xmlns:a16="http://schemas.microsoft.com/office/drawing/2014/main" id="{600C8158-7970-68D0-E564-9286CE57AF73}"/>
              </a:ext>
            </a:extLst>
          </p:cNvPr>
          <p:cNvCxnSpPr>
            <a:cxnSpLocks/>
          </p:cNvCxnSpPr>
          <p:nvPr/>
        </p:nvCxnSpPr>
        <p:spPr bwMode="auto">
          <a:xfrm flipH="1">
            <a:off x="3025123" y="4015522"/>
            <a:ext cx="82800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94">
            <a:extLst>
              <a:ext uri="{FF2B5EF4-FFF2-40B4-BE49-F238E27FC236}">
                <a16:creationId xmlns:a16="http://schemas.microsoft.com/office/drawing/2014/main" id="{399D6B8C-70D2-0771-4A64-11C150251EB3}"/>
              </a:ext>
            </a:extLst>
          </p:cNvPr>
          <p:cNvCxnSpPr>
            <a:cxnSpLocks/>
          </p:cNvCxnSpPr>
          <p:nvPr/>
        </p:nvCxnSpPr>
        <p:spPr bwMode="auto">
          <a:xfrm flipV="1">
            <a:off x="3025123" y="3612089"/>
            <a:ext cx="0" cy="806866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4A6FAE0-CE55-558F-3770-DADDC918E9DC}"/>
              </a:ext>
            </a:extLst>
          </p:cNvPr>
          <p:cNvGrpSpPr/>
          <p:nvPr/>
        </p:nvGrpSpPr>
        <p:grpSpPr>
          <a:xfrm>
            <a:off x="2284793" y="2235503"/>
            <a:ext cx="1480660" cy="1376586"/>
            <a:chOff x="3710656" y="1233493"/>
            <a:chExt cx="1480660" cy="1376586"/>
          </a:xfrm>
        </p:grpSpPr>
        <p:sp>
          <p:nvSpPr>
            <p:cNvPr id="3" name="Rechteck 11">
              <a:extLst>
                <a:ext uri="{FF2B5EF4-FFF2-40B4-BE49-F238E27FC236}">
                  <a16:creationId xmlns:a16="http://schemas.microsoft.com/office/drawing/2014/main" id="{25C695CD-F4D3-B5D6-CC21-4947CEDC371D}"/>
                </a:ext>
              </a:extLst>
            </p:cNvPr>
            <p:cNvSpPr/>
            <p:nvPr/>
          </p:nvSpPr>
          <p:spPr>
            <a:xfrm>
              <a:off x="3710656" y="1233493"/>
              <a:ext cx="1480660" cy="1376586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D01EDA7-3A65-7418-833F-DDAC448B0812}"/>
                </a:ext>
              </a:extLst>
            </p:cNvPr>
            <p:cNvGrpSpPr/>
            <p:nvPr/>
          </p:nvGrpSpPr>
          <p:grpSpPr>
            <a:xfrm>
              <a:off x="3806711" y="1327786"/>
              <a:ext cx="1282285" cy="1188000"/>
              <a:chOff x="2276093" y="1317468"/>
              <a:chExt cx="1282285" cy="118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433C84E-3670-660D-0B6D-67F1811E6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6093" y="1317468"/>
                <a:ext cx="1282285" cy="1188000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4145823-376A-9FB6-2137-BC07CEAFD637}"/>
                  </a:ext>
                </a:extLst>
              </p:cNvPr>
              <p:cNvSpPr/>
              <p:nvPr/>
            </p:nvSpPr>
            <p:spPr>
              <a:xfrm>
                <a:off x="2295919" y="1628800"/>
                <a:ext cx="468000" cy="720000"/>
              </a:xfrm>
              <a:prstGeom prst="rect">
                <a:avLst/>
              </a:prstGeom>
              <a:solidFill>
                <a:srgbClr val="F8C166">
                  <a:alpha val="18793"/>
                </a:srgbClr>
              </a:solidFill>
              <a:ln w="28575">
                <a:solidFill>
                  <a:srgbClr val="F398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5064DA42-DF09-BBE6-6A77-D2D92C100BA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2720799" y="1841269"/>
                <a:ext cx="295062" cy="295062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bg1"/>
                </a:solidFill>
              </a:ln>
            </p:spPr>
            <p:txBody>
              <a:bodyPr vert="horz" lIns="0" tIns="0" rIns="0" bIns="0" rtlCol="0" anchor="ctr" anchorCtr="0">
                <a:noAutofit/>
              </a:bodyPr>
              <a:lstStyle>
                <a:defPPr>
                  <a:defRPr lang="de-DE"/>
                </a:defPPr>
                <a:lvl1pPr indent="0" algn="ctr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FontTx/>
                  <a:buNone/>
                  <a:defRPr sz="2000" b="1">
                    <a:solidFill>
                      <a:schemeClr val="bg1"/>
                    </a:solidFill>
                    <a:latin typeface="+mj-lt"/>
                  </a:defRPr>
                </a:lvl1pPr>
                <a:lvl2pPr marL="0" indent="0">
                  <a:lnSpc>
                    <a:spcPct val="90000"/>
                  </a:lnSpc>
                  <a:spcBef>
                    <a:spcPts val="900"/>
                  </a:spcBef>
                  <a:buFontTx/>
                  <a:buNone/>
                  <a:defRPr sz="2000">
                    <a:solidFill>
                      <a:schemeClr val="tx2"/>
                    </a:solidFill>
                  </a:defRPr>
                </a:lvl2pPr>
                <a:lvl3pPr marL="216000" indent="-216000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3pPr>
                <a:lvl4pPr marL="396000" indent="-180000">
                  <a:lnSpc>
                    <a:spcPct val="9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4pPr>
                <a:lvl5pPr marL="576000" indent="-144000">
                  <a:lnSpc>
                    <a:spcPct val="9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5pPr>
                <a:lvl6pPr marL="0" indent="0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1400" b="1">
                    <a:solidFill>
                      <a:schemeClr val="tx2"/>
                    </a:solidFill>
                  </a:defRPr>
                </a:lvl6pPr>
                <a:lvl7pPr marL="0" indent="0">
                  <a:lnSpc>
                    <a:spcPct val="90000"/>
                  </a:lnSpc>
                  <a:spcBef>
                    <a:spcPts val="300"/>
                  </a:spcBef>
                  <a:buFontTx/>
                  <a:buNone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7pPr>
                <a:lvl8pPr marL="180000" indent="-180000">
                  <a:lnSpc>
                    <a:spcPct val="9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8pPr>
                <a:lvl9pPr marL="360000" indent="-180000">
                  <a:lnSpc>
                    <a:spcPct val="9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9pPr>
              </a:lstStyle>
              <a:p>
                <a:pPr defTabSz="1219170">
                  <a:spcBef>
                    <a:spcPts val="1600"/>
                  </a:spcBef>
                  <a:defRPr/>
                </a:pPr>
                <a:r>
                  <a:rPr lang="en-GB" sz="1200">
                    <a:solidFill>
                      <a:prstClr val="white"/>
                    </a:solidFill>
                    <a:latin typeface="+mn-lt"/>
                    <a:cs typeface="Arial" panose="020B0604020202020204" pitchFamily="34" charset="0"/>
                  </a:rPr>
                  <a:t>1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E9E50D-7719-B2AE-6C2F-6F05036464CC}"/>
              </a:ext>
            </a:extLst>
          </p:cNvPr>
          <p:cNvGrpSpPr/>
          <p:nvPr/>
        </p:nvGrpSpPr>
        <p:grpSpPr>
          <a:xfrm>
            <a:off x="2284793" y="4418955"/>
            <a:ext cx="1480660" cy="1376586"/>
            <a:chOff x="5496573" y="1233493"/>
            <a:chExt cx="1480660" cy="1376586"/>
          </a:xfrm>
        </p:grpSpPr>
        <p:sp>
          <p:nvSpPr>
            <p:cNvPr id="25" name="Rechteck 11">
              <a:extLst>
                <a:ext uri="{FF2B5EF4-FFF2-40B4-BE49-F238E27FC236}">
                  <a16:creationId xmlns:a16="http://schemas.microsoft.com/office/drawing/2014/main" id="{55704649-5C21-96CF-504B-48F20679D37B}"/>
                </a:ext>
              </a:extLst>
            </p:cNvPr>
            <p:cNvSpPr/>
            <p:nvPr/>
          </p:nvSpPr>
          <p:spPr>
            <a:xfrm>
              <a:off x="5496573" y="1233493"/>
              <a:ext cx="1480660" cy="1376586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A817715-965A-F94A-2E07-67B11E6E2927}"/>
                </a:ext>
              </a:extLst>
            </p:cNvPr>
            <p:cNvGrpSpPr/>
            <p:nvPr/>
          </p:nvGrpSpPr>
          <p:grpSpPr>
            <a:xfrm>
              <a:off x="5592628" y="1327786"/>
              <a:ext cx="1282285" cy="1188000"/>
              <a:chOff x="5592628" y="1327786"/>
              <a:chExt cx="1282285" cy="1188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2C3C041-DAE2-78DD-E7BF-C0D86E5D5A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92628" y="1327786"/>
                <a:ext cx="1282285" cy="1188000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481AE7A-6640-B3C7-115A-E468ECA62952}"/>
                  </a:ext>
                </a:extLst>
              </p:cNvPr>
              <p:cNvSpPr/>
              <p:nvPr/>
            </p:nvSpPr>
            <p:spPr>
              <a:xfrm>
                <a:off x="6037334" y="1628189"/>
                <a:ext cx="744012" cy="240684"/>
              </a:xfrm>
              <a:prstGeom prst="rect">
                <a:avLst/>
              </a:prstGeom>
              <a:solidFill>
                <a:srgbClr val="F8C166">
                  <a:alpha val="18793"/>
                </a:srgbClr>
              </a:solidFill>
              <a:ln w="28575">
                <a:solidFill>
                  <a:srgbClr val="F398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  <p:sp>
            <p:nvSpPr>
              <p:cNvPr id="30" name="Textplatzhalter 2">
                <a:extLst>
                  <a:ext uri="{FF2B5EF4-FFF2-40B4-BE49-F238E27FC236}">
                    <a16:creationId xmlns:a16="http://schemas.microsoft.com/office/drawing/2014/main" id="{0A95A5DF-67E4-0D20-273A-BB428179FB2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447503" y="1840316"/>
                <a:ext cx="295062" cy="295062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bg1"/>
                </a:solidFill>
              </a:ln>
            </p:spPr>
            <p:txBody>
              <a:bodyPr vert="horz" lIns="0" tIns="0" rIns="0" bIns="0" rtlCol="0" anchor="ctr" anchorCtr="0">
                <a:noAutofit/>
              </a:bodyPr>
              <a:lstStyle>
                <a:defPPr>
                  <a:defRPr lang="de-DE"/>
                </a:defPPr>
                <a:lvl1pPr indent="0" algn="ctr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FontTx/>
                  <a:buNone/>
                  <a:defRPr sz="2000" b="1">
                    <a:solidFill>
                      <a:schemeClr val="bg1"/>
                    </a:solidFill>
                    <a:latin typeface="+mj-lt"/>
                  </a:defRPr>
                </a:lvl1pPr>
                <a:lvl2pPr marL="0" indent="0">
                  <a:lnSpc>
                    <a:spcPct val="90000"/>
                  </a:lnSpc>
                  <a:spcBef>
                    <a:spcPts val="900"/>
                  </a:spcBef>
                  <a:buFontTx/>
                  <a:buNone/>
                  <a:defRPr sz="2000">
                    <a:solidFill>
                      <a:schemeClr val="tx2"/>
                    </a:solidFill>
                  </a:defRPr>
                </a:lvl2pPr>
                <a:lvl3pPr marL="216000" indent="-216000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3pPr>
                <a:lvl4pPr marL="396000" indent="-180000">
                  <a:lnSpc>
                    <a:spcPct val="9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4pPr>
                <a:lvl5pPr marL="576000" indent="-144000">
                  <a:lnSpc>
                    <a:spcPct val="9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5pPr>
                <a:lvl6pPr marL="0" indent="0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1400" b="1">
                    <a:solidFill>
                      <a:schemeClr val="tx2"/>
                    </a:solidFill>
                  </a:defRPr>
                </a:lvl6pPr>
                <a:lvl7pPr marL="0" indent="0">
                  <a:lnSpc>
                    <a:spcPct val="90000"/>
                  </a:lnSpc>
                  <a:spcBef>
                    <a:spcPts val="300"/>
                  </a:spcBef>
                  <a:buFontTx/>
                  <a:buNone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7pPr>
                <a:lvl8pPr marL="180000" indent="-180000">
                  <a:lnSpc>
                    <a:spcPct val="9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8pPr>
                <a:lvl9pPr marL="360000" indent="-180000">
                  <a:lnSpc>
                    <a:spcPct val="9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9pPr>
              </a:lstStyle>
              <a:p>
                <a:pPr defTabSz="1219170">
                  <a:spcBef>
                    <a:spcPts val="1600"/>
                  </a:spcBef>
                  <a:defRPr/>
                </a:pPr>
                <a:r>
                  <a:rPr lang="en-GB" sz="1200">
                    <a:solidFill>
                      <a:prstClr val="white"/>
                    </a:solidFill>
                    <a:latin typeface="+mn-lt"/>
                    <a:cs typeface="Arial" panose="020B0604020202020204" pitchFamily="34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952800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CFD4542-45ED-720C-8ACF-AD962074A42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36141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3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CFD4542-45ED-720C-8ACF-AD962074A4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13">
            <a:extLst>
              <a:ext uri="{FF2B5EF4-FFF2-40B4-BE49-F238E27FC236}">
                <a16:creationId xmlns:a16="http://schemas.microsoft.com/office/drawing/2014/main" id="{6F12B9C0-DE97-B8F1-9BD1-CDC1F881498C}"/>
              </a:ext>
            </a:extLst>
          </p:cNvPr>
          <p:cNvSpPr/>
          <p:nvPr/>
        </p:nvSpPr>
        <p:spPr>
          <a:xfrm>
            <a:off x="431999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Insert original slide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Copy slide in original presentation with Ctrl+C.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In the target presentation, select the slide after which the original slide is to be inserted.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in the tab «Home / Paste / Use Destination Theme».</a:t>
            </a:r>
          </a:p>
        </p:txBody>
      </p:sp>
      <p:sp>
        <p:nvSpPr>
          <p:cNvPr id="57" name="Rechteck 13">
            <a:extLst>
              <a:ext uri="{FF2B5EF4-FFF2-40B4-BE49-F238E27FC236}">
                <a16:creationId xmlns:a16="http://schemas.microsoft.com/office/drawing/2014/main" id="{413AE714-D606-F5FC-7C9C-CAB2AADE0305}"/>
              </a:ext>
            </a:extLst>
          </p:cNvPr>
          <p:cNvSpPr/>
          <p:nvPr/>
        </p:nvSpPr>
        <p:spPr>
          <a:xfrm>
            <a:off x="3355376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Assign slide layout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the inserted slide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the desired layout in the tab «Home / Layout».</a:t>
            </a:r>
          </a:p>
        </p:txBody>
      </p:sp>
      <p:sp>
        <p:nvSpPr>
          <p:cNvPr id="58" name="Rechteck 13">
            <a:extLst>
              <a:ext uri="{FF2B5EF4-FFF2-40B4-BE49-F238E27FC236}">
                <a16:creationId xmlns:a16="http://schemas.microsoft.com/office/drawing/2014/main" id="{09437636-12D5-9F3F-EBAD-EFFE9239E6A3}"/>
              </a:ext>
            </a:extLst>
          </p:cNvPr>
          <p:cNvSpPr/>
          <p:nvPr/>
        </p:nvSpPr>
        <p:spPr>
          <a:xfrm>
            <a:off x="6278753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Adjust slide manually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Check all slide contents such as text blocks, images, etc. for position and size and manually adjust them to the new layout grid.</a:t>
            </a:r>
          </a:p>
        </p:txBody>
      </p:sp>
      <p:sp>
        <p:nvSpPr>
          <p:cNvPr id="59" name="Rechteck 13">
            <a:extLst>
              <a:ext uri="{FF2B5EF4-FFF2-40B4-BE49-F238E27FC236}">
                <a16:creationId xmlns:a16="http://schemas.microsoft.com/office/drawing/2014/main" id="{AA38C107-AE0F-D797-3F89-D09E50D2266F}"/>
              </a:ext>
            </a:extLst>
          </p:cNvPr>
          <p:cNvSpPr/>
          <p:nvPr/>
        </p:nvSpPr>
        <p:spPr>
          <a:xfrm>
            <a:off x="9202130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Check design</a:t>
            </a:r>
          </a:p>
          <a:p>
            <a:pPr defTabSz="914354">
              <a:lnSpc>
                <a:spcPct val="12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Independently check: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Font type, sizes and font colours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Colours of graphic elements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Text alignment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Coherence of the overall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F6977D-70CC-5A99-A04C-A6FF969B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10461288" cy="1098000"/>
          </a:xfrm>
        </p:spPr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Transfer of existing slides into the new Master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B44F42DF-D404-5AAD-039D-CFD21374E730}"/>
              </a:ext>
            </a:extLst>
          </p:cNvPr>
          <p:cNvSpPr txBox="1">
            <a:spLocks noChangeAspect="1"/>
          </p:cNvSpPr>
          <p:nvPr/>
        </p:nvSpPr>
        <p:spPr>
          <a:xfrm>
            <a:off x="1493999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EF392E57-185E-3B94-453A-FB974D183063}"/>
              </a:ext>
            </a:extLst>
          </p:cNvPr>
          <p:cNvSpPr txBox="1">
            <a:spLocks noChangeAspect="1"/>
          </p:cNvSpPr>
          <p:nvPr/>
        </p:nvSpPr>
        <p:spPr>
          <a:xfrm>
            <a:off x="4417376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20477EC5-FF6C-7C83-A777-56643796CF4B}"/>
              </a:ext>
            </a:extLst>
          </p:cNvPr>
          <p:cNvSpPr txBox="1">
            <a:spLocks noChangeAspect="1"/>
          </p:cNvSpPr>
          <p:nvPr/>
        </p:nvSpPr>
        <p:spPr>
          <a:xfrm>
            <a:off x="7340753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62567B12-E59D-A63D-3499-E0DB4A2F9EC3}"/>
              </a:ext>
            </a:extLst>
          </p:cNvPr>
          <p:cNvSpPr txBox="1">
            <a:spLocks noChangeAspect="1"/>
          </p:cNvSpPr>
          <p:nvPr/>
        </p:nvSpPr>
        <p:spPr>
          <a:xfrm>
            <a:off x="10264130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B7D4B34-98C7-094B-C2B0-C92D00376F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400" y="4230000"/>
            <a:ext cx="1598065" cy="900000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18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60B5F9D-4396-18A6-2404-1D3B8694D2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200" y="5400000"/>
            <a:ext cx="1608771" cy="900000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18000"/>
              </a:prstClr>
            </a:outerShdw>
          </a:effec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DAB675E2-ACA1-1243-028D-65C37B4CB32A}"/>
              </a:ext>
            </a:extLst>
          </p:cNvPr>
          <p:cNvGrpSpPr/>
          <p:nvPr/>
        </p:nvGrpSpPr>
        <p:grpSpPr>
          <a:xfrm>
            <a:off x="6713823" y="5249979"/>
            <a:ext cx="282196" cy="641123"/>
            <a:chOff x="1199222" y="4392591"/>
            <a:chExt cx="1140370" cy="622662"/>
          </a:xfrm>
        </p:grpSpPr>
        <p:cxnSp>
          <p:nvCxnSpPr>
            <p:cNvPr id="64" name="Gerade Verbindung mit Pfeil 94">
              <a:extLst>
                <a:ext uri="{FF2B5EF4-FFF2-40B4-BE49-F238E27FC236}">
                  <a16:creationId xmlns:a16="http://schemas.microsoft.com/office/drawing/2014/main" id="{D9C64834-3692-F4E5-1C86-3CF07C10B95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99222" y="5015253"/>
              <a:ext cx="1140370" cy="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mit Pfeil 94">
              <a:extLst>
                <a:ext uri="{FF2B5EF4-FFF2-40B4-BE49-F238E27FC236}">
                  <a16:creationId xmlns:a16="http://schemas.microsoft.com/office/drawing/2014/main" id="{6B9B53DD-B453-72D6-B93C-1BB1B797327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99222" y="4392591"/>
              <a:ext cx="0" cy="622662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Shape 161">
            <a:extLst>
              <a:ext uri="{FF2B5EF4-FFF2-40B4-BE49-F238E27FC236}">
                <a16:creationId xmlns:a16="http://schemas.microsoft.com/office/drawing/2014/main" id="{ED119C18-4B87-185E-9384-69A9CEB4482B}"/>
              </a:ext>
            </a:extLst>
          </p:cNvPr>
          <p:cNvSpPr/>
          <p:nvPr/>
        </p:nvSpPr>
        <p:spPr>
          <a:xfrm flipH="1">
            <a:off x="9346130" y="5238000"/>
            <a:ext cx="2268000" cy="1044865"/>
          </a:xfrm>
          <a:prstGeom prst="rect">
            <a:avLst/>
          </a:prstGeom>
          <a:solidFill>
            <a:srgbClr val="F39800"/>
          </a:solidFill>
          <a:ln w="38100">
            <a:noFill/>
            <a:prstDash val="solid"/>
          </a:ln>
          <a:effectLst/>
        </p:spPr>
        <p:txBody>
          <a:bodyPr wrap="square" lIns="144000" tIns="144000" rIns="144000" bIns="144000" anchor="ctr" anchorCtr="0">
            <a:spAutoFit/>
          </a:bodyPr>
          <a:lstStyle/>
          <a:p>
            <a:pPr algn="ctr" defTabSz="609555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GB" sz="1100" b="1">
                <a:ea typeface="Calibri"/>
                <a:cs typeface="Arial" panose="020B0604020202020204" pitchFamily="34" charset="0"/>
                <a:sym typeface="Arial" panose="020B0604020202020204" pitchFamily="34" charset="0"/>
              </a:rPr>
              <a:t>Important:</a:t>
            </a:r>
          </a:p>
          <a:p>
            <a:pPr defTabSz="609555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GB" sz="1100">
                <a:ea typeface="Calibri"/>
                <a:cs typeface="Arial" panose="020B0604020202020204" pitchFamily="34" charset="0"/>
                <a:sym typeface="Arial" panose="020B0604020202020204" pitchFamily="34" charset="0"/>
              </a:rPr>
              <a:t>When transferring existing slides, always carry out all four steps.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D913DA6-BDCB-D3A3-44D9-43B66D64C9FB}"/>
              </a:ext>
            </a:extLst>
          </p:cNvPr>
          <p:cNvGrpSpPr/>
          <p:nvPr/>
        </p:nvGrpSpPr>
        <p:grpSpPr>
          <a:xfrm>
            <a:off x="3606866" y="3925238"/>
            <a:ext cx="2053020" cy="972000"/>
            <a:chOff x="3513767" y="4341476"/>
            <a:chExt cx="2053020" cy="972000"/>
          </a:xfrm>
        </p:grpSpPr>
        <p:sp>
          <p:nvSpPr>
            <p:cNvPr id="9" name="Rechteck 11">
              <a:extLst>
                <a:ext uri="{FF2B5EF4-FFF2-40B4-BE49-F238E27FC236}">
                  <a16:creationId xmlns:a16="http://schemas.microsoft.com/office/drawing/2014/main" id="{2786B73F-B8C5-6D9A-5242-076CBC2CDC86}"/>
                </a:ext>
              </a:extLst>
            </p:cNvPr>
            <p:cNvSpPr/>
            <p:nvPr/>
          </p:nvSpPr>
          <p:spPr>
            <a:xfrm>
              <a:off x="3513767" y="4341476"/>
              <a:ext cx="2053020" cy="97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BA93B92-6A2E-D4FF-5C92-8D154DBDA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94278" y="4431476"/>
              <a:ext cx="1891999" cy="7920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A83831-119F-D496-C3A7-D6D87FC21A56}"/>
                </a:ext>
              </a:extLst>
            </p:cNvPr>
            <p:cNvSpPr/>
            <p:nvPr/>
          </p:nvSpPr>
          <p:spPr>
            <a:xfrm>
              <a:off x="3921135" y="4430489"/>
              <a:ext cx="454277" cy="233829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75FD5E-4E97-F443-9705-1D724BDDA8CA}"/>
                </a:ext>
              </a:extLst>
            </p:cNvPr>
            <p:cNvSpPr/>
            <p:nvPr/>
          </p:nvSpPr>
          <p:spPr>
            <a:xfrm>
              <a:off x="4903596" y="4608719"/>
              <a:ext cx="555845" cy="216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D25C27C-65CA-2D1C-4D05-9F62A4390A8A}"/>
              </a:ext>
            </a:extLst>
          </p:cNvPr>
          <p:cNvGrpSpPr/>
          <p:nvPr/>
        </p:nvGrpSpPr>
        <p:grpSpPr>
          <a:xfrm>
            <a:off x="873232" y="5143424"/>
            <a:ext cx="1673535" cy="1143411"/>
            <a:chOff x="873232" y="5143424"/>
            <a:chExt cx="1673535" cy="1143411"/>
          </a:xfrm>
        </p:grpSpPr>
        <p:sp>
          <p:nvSpPr>
            <p:cNvPr id="24" name="Rechteck 11">
              <a:extLst>
                <a:ext uri="{FF2B5EF4-FFF2-40B4-BE49-F238E27FC236}">
                  <a16:creationId xmlns:a16="http://schemas.microsoft.com/office/drawing/2014/main" id="{53732B19-7779-46D6-05DC-60D449D6CD5B}"/>
                </a:ext>
              </a:extLst>
            </p:cNvPr>
            <p:cNvSpPr/>
            <p:nvPr/>
          </p:nvSpPr>
          <p:spPr>
            <a:xfrm>
              <a:off x="873232" y="5143424"/>
              <a:ext cx="1673535" cy="1143411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B1F94D9-2754-8E35-D7A2-EF3BEE5FBB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4695"/>
            <a:stretch/>
          </p:blipFill>
          <p:spPr>
            <a:xfrm>
              <a:off x="953725" y="5229129"/>
              <a:ext cx="1512548" cy="9720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8BFEB46-9CBE-7920-EE9D-A816C91F6324}"/>
                </a:ext>
              </a:extLst>
            </p:cNvPr>
            <p:cNvSpPr/>
            <p:nvPr/>
          </p:nvSpPr>
          <p:spPr>
            <a:xfrm>
              <a:off x="1293425" y="5223267"/>
              <a:ext cx="280170" cy="212572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C2C9070-4AA8-A941-42F4-40B4B0DD0616}"/>
                </a:ext>
              </a:extLst>
            </p:cNvPr>
            <p:cNvSpPr/>
            <p:nvPr/>
          </p:nvSpPr>
          <p:spPr>
            <a:xfrm>
              <a:off x="988399" y="5396588"/>
              <a:ext cx="252000" cy="432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17A6D1A-1C77-31FE-616D-A7F91DAD90A5}"/>
                </a:ext>
              </a:extLst>
            </p:cNvPr>
            <p:cNvSpPr/>
            <p:nvPr/>
          </p:nvSpPr>
          <p:spPr>
            <a:xfrm>
              <a:off x="990967" y="5952963"/>
              <a:ext cx="216000" cy="216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6936203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01EC3D-F2BF-F4E4-68D3-1A1D4A5523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Approach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FC9526-F6CE-66B7-D827-0F2D2573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Change icon colour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E2075C-0C32-910D-C79B-D0AF1EB517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Notes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802A78FC-D33B-240F-7A98-909975BB87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160585"/>
            <a:ext cx="5447999" cy="4267201"/>
          </a:xfrm>
          <a:solidFill>
            <a:schemeClr val="accent6"/>
          </a:solidFill>
        </p:spPr>
        <p:txBody>
          <a:bodyPr lIns="216000" tIns="180000" rIns="216000"/>
          <a:lstStyle/>
          <a:p>
            <a:pPr marL="342900" indent="-342900">
              <a:buFont typeface="+mj-lt"/>
              <a:buAutoNum type="arabicPeriod"/>
            </a:pPr>
            <a:r>
              <a:rPr lang="en-GB"/>
              <a:t>Select icon</a:t>
            </a:r>
          </a:p>
          <a:p>
            <a:pPr marL="342900" indent="-342900">
              <a:buFont typeface="+mj-lt"/>
              <a:buAutoNum type="arabicPeriod"/>
            </a:pPr>
            <a:r>
              <a:rPr lang="en-GB"/>
              <a:t>In the tab «Graphics Format» under «Graphics Styles», use </a:t>
            </a:r>
            <a:r>
              <a:rPr lang="en-GB" b="1"/>
              <a:t>«Graphics Fill»</a:t>
            </a:r>
            <a:r>
              <a:rPr lang="en-GB"/>
              <a:t> to change the colour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E39F739-CCD2-DE8C-EAAA-EB623CE052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2000" y="2160587"/>
            <a:ext cx="5449788" cy="4267201"/>
          </a:xfrm>
          <a:solidFill>
            <a:schemeClr val="accent6"/>
          </a:solidFill>
        </p:spPr>
        <p:txBody>
          <a:bodyPr lIns="216000" tIns="180000" rIns="216000"/>
          <a:lstStyle/>
          <a:p>
            <a:r>
              <a:rPr lang="en-GB"/>
              <a:t>For some icons, the colour </a:t>
            </a:r>
            <a:br>
              <a:rPr lang="en-GB"/>
            </a:br>
            <a:r>
              <a:rPr lang="en-GB"/>
              <a:t>can be changed by using </a:t>
            </a:r>
            <a:br>
              <a:rPr lang="en-GB"/>
            </a:br>
            <a:r>
              <a:rPr lang="en-GB" b="1"/>
              <a:t>«Graphics Outline»</a:t>
            </a:r>
            <a:r>
              <a:rPr lang="en-GB"/>
              <a:t> instead </a:t>
            </a:r>
            <a:br>
              <a:rPr lang="en-GB"/>
            </a:br>
            <a:r>
              <a:rPr lang="en-GB"/>
              <a:t>of «Graphics Fill».</a:t>
            </a:r>
          </a:p>
          <a:p>
            <a:r>
              <a:rPr lang="en-GB"/>
              <a:t>The colour cannot be changed </a:t>
            </a:r>
            <a:br>
              <a:rPr lang="en-GB"/>
            </a:br>
            <a:r>
              <a:rPr lang="en-GB"/>
              <a:t>if an icon is inserted as a picture. </a:t>
            </a:r>
            <a:br>
              <a:rPr lang="en-GB"/>
            </a:br>
            <a:r>
              <a:rPr lang="en-GB"/>
              <a:t>In this case, after selecting the </a:t>
            </a:r>
            <a:br>
              <a:rPr lang="en-GB"/>
            </a:br>
            <a:r>
              <a:rPr lang="en-GB"/>
              <a:t>icon, the tab </a:t>
            </a:r>
            <a:r>
              <a:rPr lang="en-GB" b="1"/>
              <a:t>«Picture Format»</a:t>
            </a:r>
            <a:r>
              <a:rPr lang="en-GB"/>
              <a:t> </a:t>
            </a:r>
            <a:br>
              <a:rPr lang="en-GB"/>
            </a:br>
            <a:r>
              <a:rPr lang="en-GB"/>
              <a:t>appears instead of «Graphics Format».</a:t>
            </a:r>
          </a:p>
          <a:p>
            <a:r>
              <a:rPr lang="en-GB"/>
              <a:t>Best vector file format for icons: *.svg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897B76-0E98-2339-FE2E-504C7E2F6207}"/>
              </a:ext>
            </a:extLst>
          </p:cNvPr>
          <p:cNvGrpSpPr/>
          <p:nvPr/>
        </p:nvGrpSpPr>
        <p:grpSpPr>
          <a:xfrm>
            <a:off x="743340" y="3919114"/>
            <a:ext cx="4825319" cy="1656000"/>
            <a:chOff x="743340" y="3919114"/>
            <a:chExt cx="4825319" cy="1656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8D7727-1FFC-8D99-661F-EA5AB9D74809}"/>
                </a:ext>
              </a:extLst>
            </p:cNvPr>
            <p:cNvSpPr/>
            <p:nvPr/>
          </p:nvSpPr>
          <p:spPr>
            <a:xfrm>
              <a:off x="743340" y="3919114"/>
              <a:ext cx="4825319" cy="165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E9E39E3-D0E7-62EB-6915-BC6FAFEA03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04" r="47551"/>
            <a:stretch/>
          </p:blipFill>
          <p:spPr>
            <a:xfrm>
              <a:off x="855478" y="4027114"/>
              <a:ext cx="3171297" cy="1440000"/>
            </a:xfrm>
            <a:prstGeom prst="rect">
              <a:avLst/>
            </a:prstGeom>
          </p:spPr>
        </p:pic>
        <p:sp>
          <p:nvSpPr>
            <p:cNvPr id="25" name="Ellipse 25">
              <a:extLst>
                <a:ext uri="{FF2B5EF4-FFF2-40B4-BE49-F238E27FC236}">
                  <a16:creationId xmlns:a16="http://schemas.microsoft.com/office/drawing/2014/main" id="{FF6D0699-C766-BC4F-05D6-A92A5407EAD4}"/>
                </a:ext>
              </a:extLst>
            </p:cNvPr>
            <p:cNvSpPr/>
            <p:nvPr/>
          </p:nvSpPr>
          <p:spPr>
            <a:xfrm>
              <a:off x="2790304" y="4327889"/>
              <a:ext cx="1044000" cy="278607"/>
            </a:xfrm>
            <a:prstGeom prst="rect">
              <a:avLst/>
            </a:prstGeom>
            <a:solidFill>
              <a:schemeClr val="tx2">
                <a:alpha val="15000"/>
              </a:schemeClr>
            </a:solidFill>
            <a:ln w="28575" cap="rnd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197D776-54A7-AD7E-F90F-3B5F0A03BD4E}"/>
                </a:ext>
              </a:extLst>
            </p:cNvPr>
            <p:cNvSpPr/>
            <p:nvPr/>
          </p:nvSpPr>
          <p:spPr>
            <a:xfrm>
              <a:off x="879477" y="5088468"/>
              <a:ext cx="914400" cy="216000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FD86877-F017-144F-CB0E-56CFF4A109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8710"/>
            <a:stretch/>
          </p:blipFill>
          <p:spPr>
            <a:xfrm>
              <a:off x="4142949" y="4027114"/>
              <a:ext cx="1312413" cy="1440000"/>
            </a:xfrm>
            <a:prstGeom prst="rect">
              <a:avLst/>
            </a:prstGeom>
          </p:spPr>
        </p:pic>
        <p:sp>
          <p:nvSpPr>
            <p:cNvPr id="32" name="Ellipse 25">
              <a:extLst>
                <a:ext uri="{FF2B5EF4-FFF2-40B4-BE49-F238E27FC236}">
                  <a16:creationId xmlns:a16="http://schemas.microsoft.com/office/drawing/2014/main" id="{8E23C852-01D4-FF3C-7C96-04D4B291C836}"/>
                </a:ext>
              </a:extLst>
            </p:cNvPr>
            <p:cNvSpPr/>
            <p:nvPr/>
          </p:nvSpPr>
          <p:spPr>
            <a:xfrm>
              <a:off x="4218062" y="4060782"/>
              <a:ext cx="1162593" cy="299036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E31800-4D32-D6E4-6368-C730A562DE29}"/>
              </a:ext>
            </a:extLst>
          </p:cNvPr>
          <p:cNvGrpSpPr/>
          <p:nvPr/>
        </p:nvGrpSpPr>
        <p:grpSpPr>
          <a:xfrm>
            <a:off x="10008660" y="2468488"/>
            <a:ext cx="1440000" cy="792000"/>
            <a:chOff x="9935570" y="2429999"/>
            <a:chExt cx="1440000" cy="792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80E2EB-4CFD-D5A8-6E1C-B13588345FA0}"/>
                </a:ext>
              </a:extLst>
            </p:cNvPr>
            <p:cNvSpPr/>
            <p:nvPr/>
          </p:nvSpPr>
          <p:spPr>
            <a:xfrm>
              <a:off x="9935570" y="2429999"/>
              <a:ext cx="1440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8580E33-6148-7528-9E8C-89E58397D6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045" t="20073" r="46617" b="36910"/>
            <a:stretch/>
          </p:blipFill>
          <p:spPr>
            <a:xfrm>
              <a:off x="10043570" y="2537800"/>
              <a:ext cx="1224000" cy="576398"/>
            </a:xfrm>
            <a:prstGeom prst="rect">
              <a:avLst/>
            </a:prstGeom>
          </p:spPr>
        </p:pic>
        <p:sp>
          <p:nvSpPr>
            <p:cNvPr id="38" name="Ellipse 25">
              <a:extLst>
                <a:ext uri="{FF2B5EF4-FFF2-40B4-BE49-F238E27FC236}">
                  <a16:creationId xmlns:a16="http://schemas.microsoft.com/office/drawing/2014/main" id="{23882F23-5786-DCF9-3099-F38F3F63018A}"/>
                </a:ext>
              </a:extLst>
            </p:cNvPr>
            <p:cNvSpPr/>
            <p:nvPr/>
          </p:nvSpPr>
          <p:spPr>
            <a:xfrm>
              <a:off x="10056358" y="2750912"/>
              <a:ext cx="1188000" cy="252000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0B5466-D6DA-68EF-9AC0-A98CBE1DCD43}"/>
              </a:ext>
            </a:extLst>
          </p:cNvPr>
          <p:cNvGrpSpPr/>
          <p:nvPr/>
        </p:nvGrpSpPr>
        <p:grpSpPr>
          <a:xfrm>
            <a:off x="10224660" y="4120516"/>
            <a:ext cx="1224000" cy="540000"/>
            <a:chOff x="10224660" y="4130348"/>
            <a:chExt cx="1224000" cy="540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8EB9D1-3663-A72F-18BB-E836415D159A}"/>
                </a:ext>
              </a:extLst>
            </p:cNvPr>
            <p:cNvSpPr/>
            <p:nvPr/>
          </p:nvSpPr>
          <p:spPr>
            <a:xfrm>
              <a:off x="10224660" y="4130348"/>
              <a:ext cx="1224000" cy="5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C644038-51A6-DCEC-1F09-5CA82C6F4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2660" y="4238348"/>
              <a:ext cx="1008000" cy="32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1950040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B4C674D-869D-8F0F-0AD9-DFE4BF1E1BF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7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B4C674D-869D-8F0F-0AD9-DFE4BF1E1B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05A8A77E-9148-3872-0E0C-963DC02F6E44}"/>
              </a:ext>
            </a:extLst>
          </p:cNvPr>
          <p:cNvSpPr/>
          <p:nvPr/>
        </p:nvSpPr>
        <p:spPr>
          <a:xfrm>
            <a:off x="431999" y="3921125"/>
            <a:ext cx="5968799" cy="2506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40977D7-62B4-D1CD-1F9C-CBEE938CDDF8}"/>
              </a:ext>
            </a:extLst>
          </p:cNvPr>
          <p:cNvGrpSpPr/>
          <p:nvPr/>
        </p:nvGrpSpPr>
        <p:grpSpPr>
          <a:xfrm>
            <a:off x="3525621" y="4914289"/>
            <a:ext cx="2160433" cy="1319022"/>
            <a:chOff x="2111317" y="4657623"/>
            <a:chExt cx="2160433" cy="1329497"/>
          </a:xfrm>
        </p:grpSpPr>
        <p:pic>
          <p:nvPicPr>
            <p:cNvPr id="62" name="Picture Placeholder 7">
              <a:extLst>
                <a:ext uri="{FF2B5EF4-FFF2-40B4-BE49-F238E27FC236}">
                  <a16:creationId xmlns:a16="http://schemas.microsoft.com/office/drawing/2014/main" id="{B2AEB8FB-8D76-8D04-D830-3C4B5C77A3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9896" t="5647" r="14925" b="3337"/>
            <a:stretch/>
          </p:blipFill>
          <p:spPr>
            <a:xfrm>
              <a:off x="2111319" y="4657623"/>
              <a:ext cx="2160431" cy="1329496"/>
            </a:xfrm>
            <a:prstGeom prst="rect">
              <a:avLst/>
            </a:prstGeom>
            <a:ln w="19050">
              <a:noFill/>
            </a:ln>
            <a:effectLst>
              <a:outerShdw blurRad="177800" dist="101600" dir="2700000" algn="tl" rotWithShape="0">
                <a:prstClr val="black">
                  <a:alpha val="22000"/>
                </a:prstClr>
              </a:outerShdw>
            </a:effectLst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E9A67F6-0B55-59CD-054D-D1F517A33F0D}"/>
                </a:ext>
              </a:extLst>
            </p:cNvPr>
            <p:cNvSpPr/>
            <p:nvPr/>
          </p:nvSpPr>
          <p:spPr>
            <a:xfrm>
              <a:off x="2111317" y="5866536"/>
              <a:ext cx="2160431" cy="120584"/>
            </a:xfrm>
            <a:prstGeom prst="rect">
              <a:avLst/>
            </a:prstGeom>
            <a:solidFill>
              <a:schemeClr val="tx1"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1" name="Rectangle 8">
            <a:extLst>
              <a:ext uri="{FF2B5EF4-FFF2-40B4-BE49-F238E27FC236}">
                <a16:creationId xmlns:a16="http://schemas.microsoft.com/office/drawing/2014/main" id="{9D2991C1-5A52-5A93-69AA-3A6112776AB8}"/>
              </a:ext>
            </a:extLst>
          </p:cNvPr>
          <p:cNvSpPr/>
          <p:nvPr/>
        </p:nvSpPr>
        <p:spPr>
          <a:xfrm>
            <a:off x="432000" y="1520825"/>
            <a:ext cx="5968798" cy="2076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F737176-E122-A404-C048-B1CECC1B342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0263" t="5647" r="9027" b="3337"/>
          <a:stretch/>
        </p:blipFill>
        <p:spPr>
          <a:xfrm>
            <a:off x="628751" y="1753505"/>
            <a:ext cx="2462840" cy="1649160"/>
          </a:xfrm>
          <a:prstGeom prst="rect">
            <a:avLst/>
          </a:prstGeom>
          <a:ln w="19050">
            <a:noFill/>
          </a:ln>
          <a:effectLst>
            <a:outerShdw blurRad="177800" dist="101600" dir="2700000" algn="tl" rotWithShape="0">
              <a:prstClr val="black">
                <a:alpha val="22000"/>
              </a:prst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8E9DAF-3637-DD8C-3DBE-311781B7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Insert image into placeholder</a:t>
            </a:r>
          </a:p>
        </p:txBody>
      </p:sp>
      <p:sp>
        <p:nvSpPr>
          <p:cNvPr id="14" name="Textfeld 46">
            <a:extLst>
              <a:ext uri="{FF2B5EF4-FFF2-40B4-BE49-F238E27FC236}">
                <a16:creationId xmlns:a16="http://schemas.microsoft.com/office/drawing/2014/main" id="{54DF91C2-B49A-AA10-5018-4BB5A3454847}"/>
              </a:ext>
            </a:extLst>
          </p:cNvPr>
          <p:cNvSpPr txBox="1"/>
          <p:nvPr/>
        </p:nvSpPr>
        <p:spPr>
          <a:xfrm>
            <a:off x="7133216" y="1520825"/>
            <a:ext cx="4628572" cy="214674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71344"/>
              </a:buClr>
              <a:buSzPct val="100000"/>
              <a:buFont typeface="+mj-lt"/>
              <a:buAutoNum type="arabicPeriod"/>
              <a:defRPr sz="1200">
                <a:cs typeface="Arial" panose="020B0604020202020204" pitchFamily="34" charset="0"/>
              </a:defRPr>
            </a:lvl1pPr>
            <a:lvl2pPr marL="360000" lvl="1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355600" algn="l"/>
              </a:tabLst>
              <a:defRPr sz="1400">
                <a:cs typeface="Arial" panose="020B0604020202020204" pitchFamily="34" charset="0"/>
              </a:defRPr>
            </a:lvl2pPr>
            <a:lvl3pPr marL="540000" lvl="2" indent="-17938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cs typeface="Arial" panose="020B0604020202020204" pitchFamily="34" charset="0"/>
              </a:defRPr>
            </a:lvl3pPr>
            <a:lvl4pPr marL="719138" lvl="3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cs typeface="Arial" panose="020B0604020202020204" pitchFamily="34" charset="0"/>
              </a:defRPr>
            </a:lvl4pPr>
            <a:lvl5pPr marL="180000" lvl="4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tabLst/>
              <a:defRPr sz="1400" b="0">
                <a:cs typeface="Arial" panose="020B0604020202020204" pitchFamily="34" charset="0"/>
              </a:defRPr>
            </a:lvl5pPr>
            <a:lvl6pPr marL="0" lvl="5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1">
                <a:cs typeface="Arial" panose="020B0604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Font typeface="+mj-lt"/>
              <a:buNone/>
              <a:defRPr b="0">
                <a:solidFill>
                  <a:schemeClr val="tx2"/>
                </a:solidFill>
                <a:cs typeface="Arial" panose="020B0604020202020204" pitchFamily="34" charset="0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None/>
              <a:defRPr sz="1400">
                <a:cs typeface="Arial" panose="020B0604020202020204" pitchFamily="34" charset="0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/>
            </a:lvl9pPr>
          </a:lstStyle>
          <a:p>
            <a:pPr lvl="5" defTabSz="914377">
              <a:spcAft>
                <a:spcPts val="1067"/>
              </a:spcAft>
              <a:buClr>
                <a:srgbClr val="678FB0"/>
              </a:buClr>
              <a:defRPr/>
            </a:pPr>
            <a:r>
              <a:rPr lang="en-GB" dirty="0">
                <a:sym typeface="Arial" panose="020B0604020202020204" pitchFamily="34" charset="0"/>
              </a:rPr>
              <a:t>Insert image from external source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Click on the image            icon, select image from </a:t>
            </a:r>
            <a:r>
              <a:rPr lang="en-GB" sz="1400" dirty="0" err="1">
                <a:sym typeface="Arial" panose="020B0604020202020204" pitchFamily="34" charset="0"/>
              </a:rPr>
              <a:t>Sharepoint</a:t>
            </a:r>
            <a:r>
              <a:rPr lang="en-GB" sz="1400" dirty="0">
                <a:sym typeface="Arial" panose="020B0604020202020204" pitchFamily="34" charset="0"/>
              </a:rPr>
              <a:t> or other source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The bbv image library is here locally located: </a:t>
            </a:r>
            <a:r>
              <a:rPr lang="en-GB" sz="1400" i="1" dirty="0">
                <a:sym typeface="Arial" panose="020B0604020202020204" pitchFamily="34" charset="0"/>
                <a:hlinkClick r:id="rId8" action="ppaction://hlinkfile"/>
              </a:rPr>
              <a:t>C:\Users\Public\bbv_templates\Marketing\PPT-Bibliotheken\Bilder-Bibliothek</a:t>
            </a:r>
            <a:endParaRPr lang="en-GB" sz="1400" i="1" dirty="0">
              <a:sym typeface="Arial" panose="020B0604020202020204" pitchFamily="34" charset="0"/>
            </a:endParaRP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Or: copy image from external source with </a:t>
            </a:r>
            <a:r>
              <a:rPr lang="en-GB" sz="1400" dirty="0" err="1">
                <a:sym typeface="Arial" panose="020B0604020202020204" pitchFamily="34" charset="0"/>
              </a:rPr>
              <a:t>Ctrl+C</a:t>
            </a:r>
            <a:r>
              <a:rPr lang="en-GB" sz="1400" dirty="0">
                <a:sym typeface="Arial" panose="020B0604020202020204" pitchFamily="34" charset="0"/>
              </a:rPr>
              <a:t>, select the placeholder, then paste with </a:t>
            </a:r>
            <a:r>
              <a:rPr lang="en-GB" sz="1400" dirty="0" err="1">
                <a:sym typeface="Arial" panose="020B0604020202020204" pitchFamily="34" charset="0"/>
              </a:rPr>
              <a:t>Ctrl+V</a:t>
            </a:r>
            <a:endParaRPr lang="en-GB" sz="1400" dirty="0">
              <a:sym typeface="Arial" panose="020B0604020202020204" pitchFamily="34" charset="0"/>
            </a:endParaRPr>
          </a:p>
        </p:txBody>
      </p:sp>
      <p:sp>
        <p:nvSpPr>
          <p:cNvPr id="15" name="Textfeld 46">
            <a:extLst>
              <a:ext uri="{FF2B5EF4-FFF2-40B4-BE49-F238E27FC236}">
                <a16:creationId xmlns:a16="http://schemas.microsoft.com/office/drawing/2014/main" id="{862FDC31-4259-0DB9-F452-0C5EA5FBDC82}"/>
              </a:ext>
            </a:extLst>
          </p:cNvPr>
          <p:cNvSpPr txBox="1"/>
          <p:nvPr/>
        </p:nvSpPr>
        <p:spPr>
          <a:xfrm>
            <a:off x="7135996" y="3921125"/>
            <a:ext cx="4625792" cy="2198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71344"/>
              </a:buClr>
              <a:buSzPct val="100000"/>
              <a:buFont typeface="+mj-lt"/>
              <a:buAutoNum type="arabicPeriod"/>
              <a:defRPr lang="de-DE" sz="1400">
                <a:cs typeface="Arial" panose="020B0604020202020204" pitchFamily="34" charset="0"/>
              </a:defRPr>
            </a:lvl1pPr>
            <a:lvl2pPr marL="360000" lvl="1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355600" algn="l"/>
              </a:tabLst>
              <a:defRPr lang="de-DE" sz="1400">
                <a:cs typeface="Arial" panose="020B0604020202020204" pitchFamily="34" charset="0"/>
              </a:defRPr>
            </a:lvl2pPr>
            <a:lvl3pPr marL="540000" lvl="2" indent="-17938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lang="de-DE" sz="1400">
                <a:cs typeface="Arial" panose="020B0604020202020204" pitchFamily="34" charset="0"/>
              </a:defRPr>
            </a:lvl3pPr>
            <a:lvl4pPr marL="719138" lvl="3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lang="de-DE" sz="1400">
                <a:cs typeface="Arial" panose="020B0604020202020204" pitchFamily="34" charset="0"/>
              </a:defRPr>
            </a:lvl4pPr>
            <a:lvl5pPr marL="180000" lvl="4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tabLst/>
              <a:defRPr lang="de-DE" sz="1400" b="0">
                <a:cs typeface="Arial" panose="020B0604020202020204" pitchFamily="34" charset="0"/>
              </a:defRPr>
            </a:lvl5pPr>
            <a:lvl6pPr marL="0" lvl="5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lang="de-DE" sz="1400" b="1">
                <a:cs typeface="Arial" panose="020B0604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Font typeface="+mj-lt"/>
              <a:buNone/>
              <a:defRPr lang="de-DE" b="0">
                <a:solidFill>
                  <a:schemeClr val="tx2"/>
                </a:solidFill>
                <a:cs typeface="Arial" panose="020B0604020202020204" pitchFamily="34" charset="0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None/>
              <a:defRPr lang="de-DE" sz="1400">
                <a:cs typeface="Arial" panose="020B0604020202020204" pitchFamily="34" charset="0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None/>
              <a:defRPr lang="de-DE" sz="1400" b="0" dirty="0"/>
            </a:lvl9pPr>
          </a:lstStyle>
          <a:p>
            <a:pPr marL="0" indent="0" defTabSz="914377">
              <a:spcAft>
                <a:spcPts val="1067"/>
              </a:spcAft>
              <a:buClr>
                <a:srgbClr val="E30613"/>
              </a:buClr>
              <a:buNone/>
              <a:defRPr/>
            </a:pPr>
            <a:r>
              <a:rPr lang="en-GB" b="1">
                <a:sym typeface="Arial" panose="020B0604020202020204" pitchFamily="34" charset="0"/>
              </a:rPr>
              <a:t>Adjust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Select the image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Click in the tab «Picture Format» on «Crop»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Adjust the image composition by moving the image 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Resize the image by clicking and dragging the outer circles.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Click again on «Crop» to finish the adjustments</a:t>
            </a:r>
          </a:p>
        </p:txBody>
      </p:sp>
      <p:cxnSp>
        <p:nvCxnSpPr>
          <p:cNvPr id="17" name="Gerade Verbindung mit Pfeil 94">
            <a:extLst>
              <a:ext uri="{FF2B5EF4-FFF2-40B4-BE49-F238E27FC236}">
                <a16:creationId xmlns:a16="http://schemas.microsoft.com/office/drawing/2014/main" id="{A511B286-1545-FD7B-DCB7-8B5442EC52AF}"/>
              </a:ext>
            </a:extLst>
          </p:cNvPr>
          <p:cNvCxnSpPr>
            <a:cxnSpLocks/>
          </p:cNvCxnSpPr>
          <p:nvPr/>
        </p:nvCxnSpPr>
        <p:spPr bwMode="auto">
          <a:xfrm>
            <a:off x="3018503" y="4570185"/>
            <a:ext cx="3195665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41">
            <a:extLst>
              <a:ext uri="{FF2B5EF4-FFF2-40B4-BE49-F238E27FC236}">
                <a16:creationId xmlns:a16="http://schemas.microsoft.com/office/drawing/2014/main" id="{04350079-E221-80CA-4C62-EAC0DE598603}"/>
              </a:ext>
            </a:extLst>
          </p:cNvPr>
          <p:cNvSpPr/>
          <p:nvPr/>
        </p:nvSpPr>
        <p:spPr>
          <a:xfrm>
            <a:off x="5585161" y="6093205"/>
            <a:ext cx="221875" cy="221875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28575" cap="rnd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uppieren 43">
            <a:extLst>
              <a:ext uri="{FF2B5EF4-FFF2-40B4-BE49-F238E27FC236}">
                <a16:creationId xmlns:a16="http://schemas.microsoft.com/office/drawing/2014/main" id="{FEDD1F48-77E8-24A4-19AC-27B41C28AC56}"/>
              </a:ext>
            </a:extLst>
          </p:cNvPr>
          <p:cNvGrpSpPr/>
          <p:nvPr/>
        </p:nvGrpSpPr>
        <p:grpSpPr>
          <a:xfrm>
            <a:off x="3525807" y="4912400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2" name="Rechteck 41">
              <a:extLst>
                <a:ext uri="{FF2B5EF4-FFF2-40B4-BE49-F238E27FC236}">
                  <a16:creationId xmlns:a16="http://schemas.microsoft.com/office/drawing/2014/main" id="{935C84EF-CCEE-F4E5-D2A8-25D0334B38ED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Rechteck 42">
              <a:extLst>
                <a:ext uri="{FF2B5EF4-FFF2-40B4-BE49-F238E27FC236}">
                  <a16:creationId xmlns:a16="http://schemas.microsoft.com/office/drawing/2014/main" id="{C461557E-615C-B030-2D9D-8426B78A7598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Gruppieren 44">
            <a:extLst>
              <a:ext uri="{FF2B5EF4-FFF2-40B4-BE49-F238E27FC236}">
                <a16:creationId xmlns:a16="http://schemas.microsoft.com/office/drawing/2014/main" id="{F569182A-8730-F2B4-5E3F-C669F4F2BC26}"/>
              </a:ext>
            </a:extLst>
          </p:cNvPr>
          <p:cNvGrpSpPr/>
          <p:nvPr/>
        </p:nvGrpSpPr>
        <p:grpSpPr>
          <a:xfrm rot="5400000">
            <a:off x="5552787" y="4909457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5" name="Rechteck 45">
              <a:extLst>
                <a:ext uri="{FF2B5EF4-FFF2-40B4-BE49-F238E27FC236}">
                  <a16:creationId xmlns:a16="http://schemas.microsoft.com/office/drawing/2014/main" id="{12A51E69-0BC7-4668-AAA7-5166EBAC8197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Rechteck 46">
              <a:extLst>
                <a:ext uri="{FF2B5EF4-FFF2-40B4-BE49-F238E27FC236}">
                  <a16:creationId xmlns:a16="http://schemas.microsoft.com/office/drawing/2014/main" id="{F96A959A-12BF-31B6-7ACA-7F4870A4D216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7" name="Gruppieren 47">
            <a:extLst>
              <a:ext uri="{FF2B5EF4-FFF2-40B4-BE49-F238E27FC236}">
                <a16:creationId xmlns:a16="http://schemas.microsoft.com/office/drawing/2014/main" id="{4815BCDE-65AD-6865-FB4E-ADB47E589B48}"/>
              </a:ext>
            </a:extLst>
          </p:cNvPr>
          <p:cNvGrpSpPr/>
          <p:nvPr/>
        </p:nvGrpSpPr>
        <p:grpSpPr>
          <a:xfrm rot="10800000">
            <a:off x="5552787" y="5985903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8" name="Rechteck 48">
              <a:extLst>
                <a:ext uri="{FF2B5EF4-FFF2-40B4-BE49-F238E27FC236}">
                  <a16:creationId xmlns:a16="http://schemas.microsoft.com/office/drawing/2014/main" id="{707BA450-EBC4-4895-9A9D-1F9EA6C97350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Rechteck 49">
              <a:extLst>
                <a:ext uri="{FF2B5EF4-FFF2-40B4-BE49-F238E27FC236}">
                  <a16:creationId xmlns:a16="http://schemas.microsoft.com/office/drawing/2014/main" id="{5A6B916A-E479-CBC4-072C-709A43DBA3E6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0" name="Gruppieren 50">
            <a:extLst>
              <a:ext uri="{FF2B5EF4-FFF2-40B4-BE49-F238E27FC236}">
                <a16:creationId xmlns:a16="http://schemas.microsoft.com/office/drawing/2014/main" id="{80E5336F-4351-6773-C4B7-2DE7721227AD}"/>
              </a:ext>
            </a:extLst>
          </p:cNvPr>
          <p:cNvGrpSpPr/>
          <p:nvPr/>
        </p:nvGrpSpPr>
        <p:grpSpPr>
          <a:xfrm rot="16200000">
            <a:off x="3525807" y="5985904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31" name="Rechteck 51">
              <a:extLst>
                <a:ext uri="{FF2B5EF4-FFF2-40B4-BE49-F238E27FC236}">
                  <a16:creationId xmlns:a16="http://schemas.microsoft.com/office/drawing/2014/main" id="{AA8579B9-03EF-D5BA-1458-53519F29CAD6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Rechteck 52">
              <a:extLst>
                <a:ext uri="{FF2B5EF4-FFF2-40B4-BE49-F238E27FC236}">
                  <a16:creationId xmlns:a16="http://schemas.microsoft.com/office/drawing/2014/main" id="{47AF9317-ACAA-C1D2-BDBF-D07FB4FF9A41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3" name="Rechteck 53">
            <a:extLst>
              <a:ext uri="{FF2B5EF4-FFF2-40B4-BE49-F238E27FC236}">
                <a16:creationId xmlns:a16="http://schemas.microsoft.com/office/drawing/2014/main" id="{1DFB1046-F131-09B7-E7D6-2DBCC79E8D5B}"/>
              </a:ext>
            </a:extLst>
          </p:cNvPr>
          <p:cNvSpPr/>
          <p:nvPr/>
        </p:nvSpPr>
        <p:spPr>
          <a:xfrm>
            <a:off x="4538503" y="4918908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4" name="Rechteck 54">
            <a:extLst>
              <a:ext uri="{FF2B5EF4-FFF2-40B4-BE49-F238E27FC236}">
                <a16:creationId xmlns:a16="http://schemas.microsoft.com/office/drawing/2014/main" id="{2DB7FF71-A990-8611-DE16-2E824A3831A3}"/>
              </a:ext>
            </a:extLst>
          </p:cNvPr>
          <p:cNvSpPr/>
          <p:nvPr/>
        </p:nvSpPr>
        <p:spPr>
          <a:xfrm>
            <a:off x="4532240" y="6091591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5" name="Ellipse 55">
            <a:extLst>
              <a:ext uri="{FF2B5EF4-FFF2-40B4-BE49-F238E27FC236}">
                <a16:creationId xmlns:a16="http://schemas.microsoft.com/office/drawing/2014/main" id="{6758CADA-612F-FCC4-2D51-D9F6E95D3209}"/>
              </a:ext>
            </a:extLst>
          </p:cNvPr>
          <p:cNvSpPr/>
          <p:nvPr/>
        </p:nvSpPr>
        <p:spPr>
          <a:xfrm>
            <a:off x="3480982" y="6186373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6" name="Ellipse 56">
            <a:extLst>
              <a:ext uri="{FF2B5EF4-FFF2-40B4-BE49-F238E27FC236}">
                <a16:creationId xmlns:a16="http://schemas.microsoft.com/office/drawing/2014/main" id="{35181343-5E20-8439-5F73-E3545FCF4FA6}"/>
              </a:ext>
            </a:extLst>
          </p:cNvPr>
          <p:cNvSpPr/>
          <p:nvPr/>
        </p:nvSpPr>
        <p:spPr>
          <a:xfrm>
            <a:off x="3486957" y="4880360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7" name="Ellipse 57">
            <a:extLst>
              <a:ext uri="{FF2B5EF4-FFF2-40B4-BE49-F238E27FC236}">
                <a16:creationId xmlns:a16="http://schemas.microsoft.com/office/drawing/2014/main" id="{F50F96A3-5203-0EF1-81E2-F8821B4E8B0E}"/>
              </a:ext>
            </a:extLst>
          </p:cNvPr>
          <p:cNvSpPr/>
          <p:nvPr/>
        </p:nvSpPr>
        <p:spPr>
          <a:xfrm>
            <a:off x="5666615" y="4861688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8" name="Ellipse 58">
            <a:extLst>
              <a:ext uri="{FF2B5EF4-FFF2-40B4-BE49-F238E27FC236}">
                <a16:creationId xmlns:a16="http://schemas.microsoft.com/office/drawing/2014/main" id="{D19F1F1C-F0CC-1C4A-EF90-55EED0CA33F7}"/>
              </a:ext>
            </a:extLst>
          </p:cNvPr>
          <p:cNvSpPr/>
          <p:nvPr/>
        </p:nvSpPr>
        <p:spPr>
          <a:xfrm>
            <a:off x="4562837" y="4874757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9" name="Ellipse 59">
            <a:extLst>
              <a:ext uri="{FF2B5EF4-FFF2-40B4-BE49-F238E27FC236}">
                <a16:creationId xmlns:a16="http://schemas.microsoft.com/office/drawing/2014/main" id="{984794C3-3E3A-DB6C-1AA1-8B51A68BAF5F}"/>
              </a:ext>
            </a:extLst>
          </p:cNvPr>
          <p:cNvSpPr/>
          <p:nvPr/>
        </p:nvSpPr>
        <p:spPr>
          <a:xfrm>
            <a:off x="4569135" y="6186819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0" name="Ellipse 60">
            <a:extLst>
              <a:ext uri="{FF2B5EF4-FFF2-40B4-BE49-F238E27FC236}">
                <a16:creationId xmlns:a16="http://schemas.microsoft.com/office/drawing/2014/main" id="{1CA8CEF2-332A-DB24-B67D-3C35D900A07A}"/>
              </a:ext>
            </a:extLst>
          </p:cNvPr>
          <p:cNvSpPr/>
          <p:nvPr/>
        </p:nvSpPr>
        <p:spPr>
          <a:xfrm>
            <a:off x="5663549" y="6167767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1" name="Rechteck 61">
            <a:extLst>
              <a:ext uri="{FF2B5EF4-FFF2-40B4-BE49-F238E27FC236}">
                <a16:creationId xmlns:a16="http://schemas.microsoft.com/office/drawing/2014/main" id="{F25F55EB-C6D4-0D06-4B99-C911BC3291D1}"/>
              </a:ext>
            </a:extLst>
          </p:cNvPr>
          <p:cNvSpPr/>
          <p:nvPr/>
        </p:nvSpPr>
        <p:spPr>
          <a:xfrm rot="5400000">
            <a:off x="5605433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2" name="Rechteck 62">
            <a:extLst>
              <a:ext uri="{FF2B5EF4-FFF2-40B4-BE49-F238E27FC236}">
                <a16:creationId xmlns:a16="http://schemas.microsoft.com/office/drawing/2014/main" id="{2581ADA8-6413-7BFA-A150-3EE8C6C0EE32}"/>
              </a:ext>
            </a:extLst>
          </p:cNvPr>
          <p:cNvSpPr/>
          <p:nvPr/>
        </p:nvSpPr>
        <p:spPr>
          <a:xfrm rot="5400000">
            <a:off x="3470246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grpSp>
        <p:nvGrpSpPr>
          <p:cNvPr id="43" name="Gruppieren 73">
            <a:extLst>
              <a:ext uri="{FF2B5EF4-FFF2-40B4-BE49-F238E27FC236}">
                <a16:creationId xmlns:a16="http://schemas.microsoft.com/office/drawing/2014/main" id="{68641A5E-BF48-CDFB-8057-9D6A64418F22}"/>
              </a:ext>
            </a:extLst>
          </p:cNvPr>
          <p:cNvGrpSpPr/>
          <p:nvPr/>
        </p:nvGrpSpPr>
        <p:grpSpPr>
          <a:xfrm>
            <a:off x="4478309" y="5060654"/>
            <a:ext cx="248149" cy="248149"/>
            <a:chOff x="5640408" y="2973408"/>
            <a:chExt cx="1212768" cy="1212768"/>
          </a:xfrm>
        </p:grpSpPr>
        <p:grpSp>
          <p:nvGrpSpPr>
            <p:cNvPr id="44" name="Gruppieren 69">
              <a:extLst>
                <a:ext uri="{FF2B5EF4-FFF2-40B4-BE49-F238E27FC236}">
                  <a16:creationId xmlns:a16="http://schemas.microsoft.com/office/drawing/2014/main" id="{2DE4F716-A6CC-5BA0-38FA-493F22C898D6}"/>
                </a:ext>
              </a:extLst>
            </p:cNvPr>
            <p:cNvGrpSpPr/>
            <p:nvPr/>
          </p:nvGrpSpPr>
          <p:grpSpPr>
            <a:xfrm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48" name="Grafik 65" descr="Pfeil nach oben mit einfarbiger Füllung">
                <a:extLst>
                  <a:ext uri="{FF2B5EF4-FFF2-40B4-BE49-F238E27FC236}">
                    <a16:creationId xmlns:a16="http://schemas.microsoft.com/office/drawing/2014/main" id="{6D0CE4AC-3380-3D04-BE05-707788879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9" name="Grafik 68" descr="Pfeil nach oben mit einfarbiger Füllung">
                <a:extLst>
                  <a:ext uri="{FF2B5EF4-FFF2-40B4-BE49-F238E27FC236}">
                    <a16:creationId xmlns:a16="http://schemas.microsoft.com/office/drawing/2014/main" id="{A3015999-1C81-B164-3439-F7B043FBAC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 flipV="1">
                <a:off x="5638800" y="3270168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5" name="Gruppieren 70">
              <a:extLst>
                <a:ext uri="{FF2B5EF4-FFF2-40B4-BE49-F238E27FC236}">
                  <a16:creationId xmlns:a16="http://schemas.microsoft.com/office/drawing/2014/main" id="{F55D330B-C908-B456-A2E1-2691BDEAC025}"/>
                </a:ext>
              </a:extLst>
            </p:cNvPr>
            <p:cNvGrpSpPr/>
            <p:nvPr/>
          </p:nvGrpSpPr>
          <p:grpSpPr>
            <a:xfrm rot="5400000"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46" name="Grafik 71" descr="Pfeil nach oben mit einfarbiger Füllung">
                <a:extLst>
                  <a:ext uri="{FF2B5EF4-FFF2-40B4-BE49-F238E27FC236}">
                    <a16:creationId xmlns:a16="http://schemas.microsoft.com/office/drawing/2014/main" id="{C218EF49-54D9-4428-FEDC-DC2CC8D0B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7" name="Grafik 72" descr="Pfeil nach oben mit einfarbiger Füllung">
                <a:extLst>
                  <a:ext uri="{FF2B5EF4-FFF2-40B4-BE49-F238E27FC236}">
                    <a16:creationId xmlns:a16="http://schemas.microsoft.com/office/drawing/2014/main" id="{B5B38DE0-2EC5-29F5-C782-3ABEBD77E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 flipV="1">
                <a:off x="5638800" y="327016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E16107A-AB1F-D5FC-DA73-54D1223E3EEB}"/>
              </a:ext>
            </a:extLst>
          </p:cNvPr>
          <p:cNvGrpSpPr/>
          <p:nvPr/>
        </p:nvGrpSpPr>
        <p:grpSpPr>
          <a:xfrm>
            <a:off x="628751" y="4120185"/>
            <a:ext cx="2268000" cy="900000"/>
            <a:chOff x="628751" y="4086226"/>
            <a:chExt cx="2268000" cy="9000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44D660B-CE66-7953-8A4A-9820259A1871}"/>
                </a:ext>
              </a:extLst>
            </p:cNvPr>
            <p:cNvSpPr/>
            <p:nvPr/>
          </p:nvSpPr>
          <p:spPr>
            <a:xfrm flipH="1">
              <a:off x="628751" y="4086226"/>
              <a:ext cx="2268000" cy="9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1BA502CB-C617-D999-54FA-FBCEC53FC8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81380"/>
            <a:stretch/>
          </p:blipFill>
          <p:spPr>
            <a:xfrm>
              <a:off x="699133" y="4158226"/>
              <a:ext cx="1066921" cy="75600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4A1E54D-43DC-7E62-44A8-C32086140F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82864"/>
            <a:stretch/>
          </p:blipFill>
          <p:spPr>
            <a:xfrm>
              <a:off x="1838051" y="4158226"/>
              <a:ext cx="981905" cy="756000"/>
            </a:xfrm>
            <a:prstGeom prst="rect">
              <a:avLst/>
            </a:prstGeom>
          </p:spPr>
        </p:pic>
        <p:sp>
          <p:nvSpPr>
            <p:cNvPr id="13" name="Ellipse 25">
              <a:extLst>
                <a:ext uri="{FF2B5EF4-FFF2-40B4-BE49-F238E27FC236}">
                  <a16:creationId xmlns:a16="http://schemas.microsoft.com/office/drawing/2014/main" id="{0E5EF97D-4433-BBB2-4F42-4BF2F509E68A}"/>
                </a:ext>
              </a:extLst>
            </p:cNvPr>
            <p:cNvSpPr/>
            <p:nvPr/>
          </p:nvSpPr>
          <p:spPr>
            <a:xfrm>
              <a:off x="895612" y="4161992"/>
              <a:ext cx="684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0" name="Ellipse 25">
              <a:extLst>
                <a:ext uri="{FF2B5EF4-FFF2-40B4-BE49-F238E27FC236}">
                  <a16:creationId xmlns:a16="http://schemas.microsoft.com/office/drawing/2014/main" id="{0CECC691-DF93-B1BE-EFF2-FB3CE6DEAEDD}"/>
                </a:ext>
              </a:extLst>
            </p:cNvPr>
            <p:cNvSpPr/>
            <p:nvPr/>
          </p:nvSpPr>
          <p:spPr>
            <a:xfrm>
              <a:off x="2318368" y="4332225"/>
              <a:ext cx="288000" cy="468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8447CBC-A276-12AE-E95A-A3DE5A077712}"/>
              </a:ext>
            </a:extLst>
          </p:cNvPr>
          <p:cNvGrpSpPr/>
          <p:nvPr/>
        </p:nvGrpSpPr>
        <p:grpSpPr>
          <a:xfrm>
            <a:off x="6597549" y="1520825"/>
            <a:ext cx="197613" cy="2076725"/>
            <a:chOff x="6597549" y="1520825"/>
            <a:chExt cx="197613" cy="2076725"/>
          </a:xfrm>
        </p:grpSpPr>
        <p:cxnSp>
          <p:nvCxnSpPr>
            <p:cNvPr id="52" name="Gerader Verbinder 50">
              <a:extLst>
                <a:ext uri="{FF2B5EF4-FFF2-40B4-BE49-F238E27FC236}">
                  <a16:creationId xmlns:a16="http://schemas.microsoft.com/office/drawing/2014/main" id="{05DED289-B22E-3812-15EE-13B8A5A37A5D}"/>
                </a:ext>
              </a:extLst>
            </p:cNvPr>
            <p:cNvCxnSpPr>
              <a:cxnSpLocks/>
            </p:cNvCxnSpPr>
            <p:nvPr/>
          </p:nvCxnSpPr>
          <p:spPr>
            <a:xfrm>
              <a:off x="6597549" y="2559187"/>
              <a:ext cx="197613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5">
              <a:extLst>
                <a:ext uri="{FF2B5EF4-FFF2-40B4-BE49-F238E27FC236}">
                  <a16:creationId xmlns:a16="http://schemas.microsoft.com/office/drawing/2014/main" id="{7CAE5EC2-6414-BB77-749B-F5F2167EF77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549" y="1520825"/>
              <a:ext cx="0" cy="207672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Gerade Verbindung mit Pfeil 94">
            <a:extLst>
              <a:ext uri="{FF2B5EF4-FFF2-40B4-BE49-F238E27FC236}">
                <a16:creationId xmlns:a16="http://schemas.microsoft.com/office/drawing/2014/main" id="{E84C9C02-2A67-B6DE-89BE-4378EBE1A5F6}"/>
              </a:ext>
            </a:extLst>
          </p:cNvPr>
          <p:cNvCxnSpPr>
            <a:cxnSpLocks/>
          </p:cNvCxnSpPr>
          <p:nvPr/>
        </p:nvCxnSpPr>
        <p:spPr bwMode="auto">
          <a:xfrm>
            <a:off x="4919271" y="5222470"/>
            <a:ext cx="1294897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fik 67" descr="Cursor mit einfarbiger Füllung">
            <a:extLst>
              <a:ext uri="{FF2B5EF4-FFF2-40B4-BE49-F238E27FC236}">
                <a16:creationId xmlns:a16="http://schemas.microsoft.com/office/drawing/2014/main" id="{CFC45C61-2C44-130D-242A-860DC8CA6C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1579" y="5159510"/>
            <a:ext cx="367089" cy="367089"/>
          </a:xfrm>
          <a:prstGeom prst="rect">
            <a:avLst/>
          </a:prstGeom>
        </p:spPr>
      </p:pic>
      <p:cxnSp>
        <p:nvCxnSpPr>
          <p:cNvPr id="61" name="Gerade Verbindung mit Pfeil 94">
            <a:extLst>
              <a:ext uri="{FF2B5EF4-FFF2-40B4-BE49-F238E27FC236}">
                <a16:creationId xmlns:a16="http://schemas.microsoft.com/office/drawing/2014/main" id="{C5A53C75-E973-47F2-4776-C367C93DC9C9}"/>
              </a:ext>
            </a:extLst>
          </p:cNvPr>
          <p:cNvCxnSpPr>
            <a:cxnSpLocks/>
          </p:cNvCxnSpPr>
          <p:nvPr/>
        </p:nvCxnSpPr>
        <p:spPr bwMode="auto">
          <a:xfrm>
            <a:off x="5860347" y="6204204"/>
            <a:ext cx="353821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CFBDA76-6F55-0D0E-5B71-9DF2680561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42" y="1756560"/>
            <a:ext cx="2925826" cy="1643050"/>
          </a:xfrm>
          <a:prstGeom prst="rect">
            <a:avLst/>
          </a:prstGeom>
          <a:ln w="19050">
            <a:noFill/>
          </a:ln>
          <a:effectLst>
            <a:outerShdw blurRad="177800" dist="101600" dir="2700000" algn="tl" rotWithShape="0">
              <a:prstClr val="black">
                <a:alpha val="22000"/>
              </a:prstClr>
            </a:outerShdw>
          </a:effectLst>
        </p:spPr>
      </p:pic>
      <p:pic>
        <p:nvPicPr>
          <p:cNvPr id="18" name="Grafik 12">
            <a:extLst>
              <a:ext uri="{FF2B5EF4-FFF2-40B4-BE49-F238E27FC236}">
                <a16:creationId xmlns:a16="http://schemas.microsoft.com/office/drawing/2014/main" id="{6C1F0F9D-5AB0-57CB-AFDB-64856AE00006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8215" r="18215"/>
          <a:stretch/>
        </p:blipFill>
        <p:spPr>
          <a:xfrm>
            <a:off x="4980229" y="2146294"/>
            <a:ext cx="404399" cy="294277"/>
          </a:xfrm>
          <a:prstGeom prst="rect">
            <a:avLst/>
          </a:prstGeom>
          <a:solidFill>
            <a:schemeClr val="accent6">
              <a:alpha val="20000"/>
            </a:schemeClr>
          </a:solidFill>
          <a:ln w="28575" cap="rnd"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A092A50-B800-4274-8F7B-39A891B73BF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80016" y="1752100"/>
            <a:ext cx="447566" cy="344281"/>
          </a:xfrm>
          <a:prstGeom prst="rect">
            <a:avLst/>
          </a:prstGeom>
        </p:spPr>
      </p:pic>
      <p:cxnSp>
        <p:nvCxnSpPr>
          <p:cNvPr id="16" name="Gerade Verbindung mit Pfeil 94">
            <a:extLst>
              <a:ext uri="{FF2B5EF4-FFF2-40B4-BE49-F238E27FC236}">
                <a16:creationId xmlns:a16="http://schemas.microsoft.com/office/drawing/2014/main" id="{4DFA2879-8341-D21D-04E0-E40198CB47C8}"/>
              </a:ext>
            </a:extLst>
          </p:cNvPr>
          <p:cNvCxnSpPr>
            <a:cxnSpLocks/>
          </p:cNvCxnSpPr>
          <p:nvPr/>
        </p:nvCxnSpPr>
        <p:spPr bwMode="auto">
          <a:xfrm>
            <a:off x="6214168" y="4740558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94">
            <a:extLst>
              <a:ext uri="{FF2B5EF4-FFF2-40B4-BE49-F238E27FC236}">
                <a16:creationId xmlns:a16="http://schemas.microsoft.com/office/drawing/2014/main" id="{EEE38C49-BAD9-EDDA-E4E9-52698530CED0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4570185"/>
            <a:ext cx="0" cy="170373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94">
            <a:extLst>
              <a:ext uri="{FF2B5EF4-FFF2-40B4-BE49-F238E27FC236}">
                <a16:creationId xmlns:a16="http://schemas.microsoft.com/office/drawing/2014/main" id="{3CC64D5E-349E-8240-9DE4-89257631F9B1}"/>
              </a:ext>
            </a:extLst>
          </p:cNvPr>
          <p:cNvCxnSpPr>
            <a:cxnSpLocks/>
          </p:cNvCxnSpPr>
          <p:nvPr/>
        </p:nvCxnSpPr>
        <p:spPr bwMode="auto">
          <a:xfrm>
            <a:off x="6214168" y="5087702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94">
            <a:extLst>
              <a:ext uri="{FF2B5EF4-FFF2-40B4-BE49-F238E27FC236}">
                <a16:creationId xmlns:a16="http://schemas.microsoft.com/office/drawing/2014/main" id="{1DE7FC3F-DB0D-D9D7-F5C4-172B9B3C8545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5087702"/>
            <a:ext cx="0" cy="134768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94">
            <a:extLst>
              <a:ext uri="{FF2B5EF4-FFF2-40B4-BE49-F238E27FC236}">
                <a16:creationId xmlns:a16="http://schemas.microsoft.com/office/drawing/2014/main" id="{82F0081C-8F76-53D9-6F86-2C6265B86B07}"/>
              </a:ext>
            </a:extLst>
          </p:cNvPr>
          <p:cNvCxnSpPr>
            <a:cxnSpLocks/>
          </p:cNvCxnSpPr>
          <p:nvPr/>
        </p:nvCxnSpPr>
        <p:spPr bwMode="auto">
          <a:xfrm>
            <a:off x="6214168" y="5450499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94">
            <a:extLst>
              <a:ext uri="{FF2B5EF4-FFF2-40B4-BE49-F238E27FC236}">
                <a16:creationId xmlns:a16="http://schemas.microsoft.com/office/drawing/2014/main" id="{A36229C4-290B-51BE-6390-F3F2E02E40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5450499"/>
            <a:ext cx="0" cy="753705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040473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46326DB-CB54-095D-4F7D-8B5DF9F93CA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612115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1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46326DB-CB54-095D-4F7D-8B5DF9F93C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BB7ABEA0-18EA-BDCC-D69D-B79E72C79A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447" t="8409" r="21861" b="23177"/>
          <a:stretch/>
        </p:blipFill>
        <p:spPr>
          <a:xfrm>
            <a:off x="9504266" y="2448728"/>
            <a:ext cx="2257522" cy="864000"/>
          </a:xfrm>
          <a:prstGeom prst="rect">
            <a:avLst/>
          </a:prstGeom>
          <a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76F46B4C-6949-6A6E-AE55-128D6E9FBE2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447" t="8409" r="21861" b="23177"/>
          <a:stretch/>
        </p:blipFill>
        <p:spPr>
          <a:xfrm>
            <a:off x="9880518" y="1533833"/>
            <a:ext cx="1881270" cy="720000"/>
          </a:xfrm>
          <a:prstGeom prst="rect">
            <a:avLst/>
          </a:prstGeom>
          <a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A379D13-300E-63A0-C653-764779FB6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vert="horz"/>
          <a:lstStyle/>
          <a:p>
            <a:r>
              <a:rPr lang="en-GB" noProof="0" dirty="0">
                <a:cs typeface="Arial" panose="020B0604020202020204" pitchFamily="34" charset="0"/>
              </a:rPr>
              <a:t>Insert image </a:t>
            </a:r>
            <a:r>
              <a:rPr lang="en-GB" noProof="0">
                <a:cs typeface="Arial" panose="020B0604020202020204" pitchFamily="34" charset="0"/>
              </a:rPr>
              <a:t>into mock-up </a:t>
            </a:r>
            <a:r>
              <a:rPr lang="en-GB" noProof="0" dirty="0">
                <a:cs typeface="Arial" panose="020B0604020202020204" pitchFamily="34" charset="0"/>
              </a:rPr>
              <a:t>screen (mobile/laptop)</a:t>
            </a:r>
          </a:p>
        </p:txBody>
      </p:sp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D505FFF4-7756-027E-1274-55D8A1319E8E}"/>
              </a:ext>
            </a:extLst>
          </p:cNvPr>
          <p:cNvCxnSpPr>
            <a:cxnSpLocks/>
          </p:cNvCxnSpPr>
          <p:nvPr/>
        </p:nvCxnSpPr>
        <p:spPr>
          <a:xfrm flipH="1">
            <a:off x="5291999" y="2348442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cxnSp>
        <p:nvCxnSpPr>
          <p:cNvPr id="27" name="Straight Connector 17">
            <a:extLst>
              <a:ext uri="{FF2B5EF4-FFF2-40B4-BE49-F238E27FC236}">
                <a16:creationId xmlns:a16="http://schemas.microsoft.com/office/drawing/2014/main" id="{058EB6A9-37D2-7E0C-59D8-7D82E1E7E1F7}"/>
              </a:ext>
            </a:extLst>
          </p:cNvPr>
          <p:cNvCxnSpPr>
            <a:cxnSpLocks/>
          </p:cNvCxnSpPr>
          <p:nvPr/>
        </p:nvCxnSpPr>
        <p:spPr>
          <a:xfrm flipH="1">
            <a:off x="5291999" y="3416482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cxnSp>
        <p:nvCxnSpPr>
          <p:cNvPr id="29" name="Straight Connector 19">
            <a:extLst>
              <a:ext uri="{FF2B5EF4-FFF2-40B4-BE49-F238E27FC236}">
                <a16:creationId xmlns:a16="http://schemas.microsoft.com/office/drawing/2014/main" id="{2CDC70A0-9D97-B34B-3630-D0F42DE3791F}"/>
              </a:ext>
            </a:extLst>
          </p:cNvPr>
          <p:cNvCxnSpPr>
            <a:cxnSpLocks/>
          </p:cNvCxnSpPr>
          <p:nvPr/>
        </p:nvCxnSpPr>
        <p:spPr>
          <a:xfrm flipH="1">
            <a:off x="5291999" y="4980217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sp>
        <p:nvSpPr>
          <p:cNvPr id="36" name="Rectangle 9">
            <a:extLst>
              <a:ext uri="{FF2B5EF4-FFF2-40B4-BE49-F238E27FC236}">
                <a16:creationId xmlns:a16="http://schemas.microsoft.com/office/drawing/2014/main" id="{396153C2-9CFF-7084-0017-FC7314F24827}"/>
              </a:ext>
            </a:extLst>
          </p:cNvPr>
          <p:cNvSpPr/>
          <p:nvPr/>
        </p:nvSpPr>
        <p:spPr>
          <a:xfrm>
            <a:off x="5328000" y="1616850"/>
            <a:ext cx="4169678" cy="64633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Paste image</a:t>
            </a:r>
            <a:endParaRPr lang="en-GB" sz="1400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536961" algn="l"/>
              </a:tabLst>
              <a:defRPr/>
            </a:pPr>
            <a:r>
              <a:rPr lang="en-GB" sz="1400" dirty="0">
                <a:sym typeface="Arial" panose="020B0604020202020204" pitchFamily="34" charset="0"/>
              </a:rPr>
              <a:t>Copy image from external source with </a:t>
            </a:r>
            <a:r>
              <a:rPr lang="en-GB" sz="1400" dirty="0" err="1">
                <a:sym typeface="Arial" panose="020B0604020202020204" pitchFamily="34" charset="0"/>
              </a:rPr>
              <a:t>Ctrl+C</a:t>
            </a:r>
            <a:r>
              <a:rPr lang="en-GB" sz="1400" dirty="0">
                <a:sym typeface="Arial" panose="020B0604020202020204" pitchFamily="34" charset="0"/>
              </a:rPr>
              <a:t> and paste with </a:t>
            </a:r>
            <a:r>
              <a:rPr lang="en-GB" sz="1400" dirty="0" err="1">
                <a:sym typeface="Arial" panose="020B0604020202020204" pitchFamily="34" charset="0"/>
              </a:rPr>
              <a:t>Ctrl+V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8E2A294D-7376-56FC-81C4-07DAEAEC2652}"/>
              </a:ext>
            </a:extLst>
          </p:cNvPr>
          <p:cNvSpPr/>
          <p:nvPr/>
        </p:nvSpPr>
        <p:spPr>
          <a:xfrm>
            <a:off x="5328000" y="2448728"/>
            <a:ext cx="4169679" cy="64633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Adjust size &amp; determine image area:</a:t>
            </a:r>
            <a:endParaRPr lang="en-GB" sz="1400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Place image behind image mask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Adjust image size and determine image area</a:t>
            </a: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2368E7CE-E972-8CD8-6BF8-D06F6F14C013}"/>
              </a:ext>
            </a:extLst>
          </p:cNvPr>
          <p:cNvSpPr/>
          <p:nvPr/>
        </p:nvSpPr>
        <p:spPr>
          <a:xfrm>
            <a:off x="5328000" y="3529683"/>
            <a:ext cx="2808000" cy="107721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Crop image to image mask</a:t>
            </a:r>
            <a:endParaRPr lang="en-GB" sz="1400" b="1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Select image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Select image mask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Click in the tab «Shape Format / 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Merge Shapes» on «Intersect»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F0EDA22B-8E7D-E351-F670-CD080A61EAE7}"/>
              </a:ext>
            </a:extLst>
          </p:cNvPr>
          <p:cNvSpPr/>
          <p:nvPr/>
        </p:nvSpPr>
        <p:spPr>
          <a:xfrm>
            <a:off x="5328000" y="5095788"/>
            <a:ext cx="3276000" cy="129266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47533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Combine image with mock-up</a:t>
            </a:r>
            <a:endParaRPr lang="en-GB" sz="1400" b="1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Place image behind mock-up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Activate image and mock-up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and align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both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horizontally (Align Center) and vertically (Align Middle)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Group image and mock-up with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Ctrl+G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Rechteck 7">
            <a:extLst>
              <a:ext uri="{FF2B5EF4-FFF2-40B4-BE49-F238E27FC236}">
                <a16:creationId xmlns:a16="http://schemas.microsoft.com/office/drawing/2014/main" id="{D24EEAA8-773C-A8FE-249D-B39010194D79}"/>
              </a:ext>
            </a:extLst>
          </p:cNvPr>
          <p:cNvSpPr>
            <a:spLocks noChangeAspect="1"/>
          </p:cNvSpPr>
          <p:nvPr/>
        </p:nvSpPr>
        <p:spPr>
          <a:xfrm>
            <a:off x="10443538" y="2486085"/>
            <a:ext cx="370891" cy="792000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95883" rIns="0" bIns="958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Image mask</a:t>
            </a:r>
          </a:p>
        </p:txBody>
      </p:sp>
      <p:sp>
        <p:nvSpPr>
          <p:cNvPr id="18" name="Rechteck 7">
            <a:extLst>
              <a:ext uri="{FF2B5EF4-FFF2-40B4-BE49-F238E27FC236}">
                <a16:creationId xmlns:a16="http://schemas.microsoft.com/office/drawing/2014/main" id="{2DE11960-C79E-3D98-1C2D-9570CE33478F}"/>
              </a:ext>
            </a:extLst>
          </p:cNvPr>
          <p:cNvSpPr/>
          <p:nvPr/>
        </p:nvSpPr>
        <p:spPr>
          <a:xfrm>
            <a:off x="645891" y="1901419"/>
            <a:ext cx="1106662" cy="2373969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43823" tIns="95883" rIns="143823" bIns="958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Image mask</a:t>
            </a:r>
          </a:p>
        </p:txBody>
      </p:sp>
      <p:pic>
        <p:nvPicPr>
          <p:cNvPr id="15" name="Grafik 6">
            <a:extLst>
              <a:ext uri="{FF2B5EF4-FFF2-40B4-BE49-F238E27FC236}">
                <a16:creationId xmlns:a16="http://schemas.microsoft.com/office/drawing/2014/main" id="{D8D979F6-F045-5158-1F9A-D91FE91F40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999" y="1533833"/>
            <a:ext cx="1198365" cy="242650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7B04AB5-A7EC-B759-4884-AB565B1EA59B}"/>
              </a:ext>
            </a:extLst>
          </p:cNvPr>
          <p:cNvGrpSpPr>
            <a:grpSpLocks noChangeAspect="1"/>
          </p:cNvGrpSpPr>
          <p:nvPr/>
        </p:nvGrpSpPr>
        <p:grpSpPr>
          <a:xfrm>
            <a:off x="11103958" y="5082272"/>
            <a:ext cx="657830" cy="1332000"/>
            <a:chOff x="4126180" y="387649"/>
            <a:chExt cx="2056248" cy="4163583"/>
          </a:xfrm>
        </p:grpSpPr>
        <p:pic>
          <p:nvPicPr>
            <p:cNvPr id="12" name="Picture Placeholder 7">
              <a:extLst>
                <a:ext uri="{FF2B5EF4-FFF2-40B4-BE49-F238E27FC236}">
                  <a16:creationId xmlns:a16="http://schemas.microsoft.com/office/drawing/2014/main" id="{BE709E8D-C0D8-2B6E-8381-BEBBE915C1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2681" t="4272" r="41574" b="5574"/>
            <a:stretch/>
          </p:blipFill>
          <p:spPr>
            <a:xfrm>
              <a:off x="4220185" y="462052"/>
              <a:ext cx="1868241" cy="4014777"/>
            </a:xfrm>
            <a:prstGeom prst="roundRect">
              <a:avLst/>
            </a:prstGeom>
          </p:spPr>
        </p:pic>
        <p:pic>
          <p:nvPicPr>
            <p:cNvPr id="16" name="Grafik 6">
              <a:extLst>
                <a:ext uri="{FF2B5EF4-FFF2-40B4-BE49-F238E27FC236}">
                  <a16:creationId xmlns:a16="http://schemas.microsoft.com/office/drawing/2014/main" id="{A4FDA358-1780-99E0-2737-E56C3A579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26180" y="387649"/>
              <a:ext cx="2056248" cy="4163583"/>
            </a:xfrm>
            <a:prstGeom prst="rect">
              <a:avLst/>
            </a:prstGeom>
          </p:spPr>
        </p:pic>
      </p:grpSp>
      <p:pic>
        <p:nvPicPr>
          <p:cNvPr id="32" name="Picture Placeholder 7">
            <a:extLst>
              <a:ext uri="{FF2B5EF4-FFF2-40B4-BE49-F238E27FC236}">
                <a16:creationId xmlns:a16="http://schemas.microsoft.com/office/drawing/2014/main" id="{9043C4E1-3D68-81E2-E1BD-7517666D04C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681" t="4272" r="41574" b="5574"/>
          <a:stretch/>
        </p:blipFill>
        <p:spPr>
          <a:xfrm>
            <a:off x="11141953" y="3534075"/>
            <a:ext cx="619835" cy="1332000"/>
          </a:xfrm>
          <a:prstGeom prst="roundRect">
            <a:avLst/>
          </a:prstGeom>
        </p:spPr>
      </p:pic>
      <p:cxnSp>
        <p:nvCxnSpPr>
          <p:cNvPr id="51" name="Gerade Verbindung mit Pfeil 94">
            <a:extLst>
              <a:ext uri="{FF2B5EF4-FFF2-40B4-BE49-F238E27FC236}">
                <a16:creationId xmlns:a16="http://schemas.microsoft.com/office/drawing/2014/main" id="{83C441EF-8FC1-8E1C-3378-18F028D8DD6C}"/>
              </a:ext>
            </a:extLst>
          </p:cNvPr>
          <p:cNvCxnSpPr>
            <a:cxnSpLocks/>
          </p:cNvCxnSpPr>
          <p:nvPr/>
        </p:nvCxnSpPr>
        <p:spPr bwMode="auto">
          <a:xfrm>
            <a:off x="1630364" y="1747178"/>
            <a:ext cx="34611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E077136-A359-6834-4D96-10A159D068E2}"/>
              </a:ext>
            </a:extLst>
          </p:cNvPr>
          <p:cNvSpPr txBox="1"/>
          <p:nvPr/>
        </p:nvSpPr>
        <p:spPr>
          <a:xfrm>
            <a:off x="1976474" y="159329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>
                <a:cs typeface="Arial" panose="020B0604020202020204" pitchFamily="34" charset="0"/>
                <a:sym typeface="Arial" panose="020B0604020202020204" pitchFamily="34" charset="0"/>
              </a:rPr>
              <a:t>Mock-up</a:t>
            </a:r>
            <a:endParaRPr lang="en-GB" sz="14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A1B78AA-B442-4E80-D98B-0E25A8166C8D}"/>
              </a:ext>
            </a:extLst>
          </p:cNvPr>
          <p:cNvGrpSpPr>
            <a:grpSpLocks noChangeAspect="1"/>
          </p:cNvGrpSpPr>
          <p:nvPr/>
        </p:nvGrpSpPr>
        <p:grpSpPr>
          <a:xfrm>
            <a:off x="2532954" y="2348442"/>
            <a:ext cx="2014645" cy="4079346"/>
            <a:chOff x="3124086" y="2147025"/>
            <a:chExt cx="2124148" cy="4301072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81DEFC94-AAB5-D9D2-60CE-3FBE823E7F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1395" t="925" r="41381" b="545"/>
            <a:stretch/>
          </p:blipFill>
          <p:spPr>
            <a:xfrm>
              <a:off x="3205360" y="2193586"/>
              <a:ext cx="1961601" cy="4207952"/>
            </a:xfrm>
            <a:custGeom>
              <a:avLst/>
              <a:gdLst>
                <a:gd name="connsiteX0" fmla="*/ 326940 w 1961601"/>
                <a:gd name="connsiteY0" fmla="*/ 0 h 4207952"/>
                <a:gd name="connsiteX1" fmla="*/ 1634661 w 1961601"/>
                <a:gd name="connsiteY1" fmla="*/ 0 h 4207952"/>
                <a:gd name="connsiteX2" fmla="*/ 1961601 w 1961601"/>
                <a:gd name="connsiteY2" fmla="*/ 326940 h 4207952"/>
                <a:gd name="connsiteX3" fmla="*/ 1961601 w 1961601"/>
                <a:gd name="connsiteY3" fmla="*/ 3881012 h 4207952"/>
                <a:gd name="connsiteX4" fmla="*/ 1634661 w 1961601"/>
                <a:gd name="connsiteY4" fmla="*/ 4207952 h 4207952"/>
                <a:gd name="connsiteX5" fmla="*/ 326940 w 1961601"/>
                <a:gd name="connsiteY5" fmla="*/ 4207952 h 4207952"/>
                <a:gd name="connsiteX6" fmla="*/ 0 w 1961601"/>
                <a:gd name="connsiteY6" fmla="*/ 3881012 h 4207952"/>
                <a:gd name="connsiteX7" fmla="*/ 0 w 1961601"/>
                <a:gd name="connsiteY7" fmla="*/ 326940 h 4207952"/>
                <a:gd name="connsiteX8" fmla="*/ 326940 w 1961601"/>
                <a:gd name="connsiteY8" fmla="*/ 0 h 420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61601" h="4207952">
                  <a:moveTo>
                    <a:pt x="326940" y="0"/>
                  </a:moveTo>
                  <a:lnTo>
                    <a:pt x="1634661" y="0"/>
                  </a:lnTo>
                  <a:cubicBezTo>
                    <a:pt x="1815225" y="0"/>
                    <a:pt x="1961601" y="146376"/>
                    <a:pt x="1961601" y="326940"/>
                  </a:cubicBezTo>
                  <a:lnTo>
                    <a:pt x="1961601" y="3881012"/>
                  </a:lnTo>
                  <a:cubicBezTo>
                    <a:pt x="1961601" y="4061576"/>
                    <a:pt x="1815225" y="4207952"/>
                    <a:pt x="1634661" y="4207952"/>
                  </a:cubicBezTo>
                  <a:lnTo>
                    <a:pt x="326940" y="4207952"/>
                  </a:lnTo>
                  <a:cubicBezTo>
                    <a:pt x="146376" y="4207952"/>
                    <a:pt x="0" y="4061576"/>
                    <a:pt x="0" y="3881012"/>
                  </a:cubicBezTo>
                  <a:lnTo>
                    <a:pt x="0" y="326940"/>
                  </a:lnTo>
                  <a:cubicBezTo>
                    <a:pt x="0" y="146376"/>
                    <a:pt x="146376" y="0"/>
                    <a:pt x="326940" y="0"/>
                  </a:cubicBezTo>
                  <a:close/>
                </a:path>
              </a:pathLst>
            </a:custGeom>
          </p:spPr>
        </p:pic>
        <p:pic>
          <p:nvPicPr>
            <p:cNvPr id="56" name="Grafik 6">
              <a:extLst>
                <a:ext uri="{FF2B5EF4-FFF2-40B4-BE49-F238E27FC236}">
                  <a16:creationId xmlns:a16="http://schemas.microsoft.com/office/drawing/2014/main" id="{2C9FC6E7-1D13-39D2-84C4-550EE3AD7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24086" y="2147025"/>
              <a:ext cx="2124148" cy="4301072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5C1531B-FCF3-8E1D-042D-E9954237695D}"/>
              </a:ext>
            </a:extLst>
          </p:cNvPr>
          <p:cNvGrpSpPr/>
          <p:nvPr/>
        </p:nvGrpSpPr>
        <p:grpSpPr>
          <a:xfrm>
            <a:off x="1199222" y="4392591"/>
            <a:ext cx="1140370" cy="622662"/>
            <a:chOff x="1199222" y="4392591"/>
            <a:chExt cx="1140370" cy="622662"/>
          </a:xfrm>
        </p:grpSpPr>
        <p:cxnSp>
          <p:nvCxnSpPr>
            <p:cNvPr id="83" name="Gerade Verbindung mit Pfeil 94">
              <a:extLst>
                <a:ext uri="{FF2B5EF4-FFF2-40B4-BE49-F238E27FC236}">
                  <a16:creationId xmlns:a16="http://schemas.microsoft.com/office/drawing/2014/main" id="{26F29021-FD09-B4A8-3ACD-8752751386F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99222" y="5015253"/>
              <a:ext cx="1140370" cy="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94">
              <a:extLst>
                <a:ext uri="{FF2B5EF4-FFF2-40B4-BE49-F238E27FC236}">
                  <a16:creationId xmlns:a16="http://schemas.microsoft.com/office/drawing/2014/main" id="{27A77CE4-F956-1E37-E57F-8438430DC90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99222" y="4392591"/>
              <a:ext cx="0" cy="622662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950D15-1331-B991-B353-3483937BEA99}"/>
              </a:ext>
            </a:extLst>
          </p:cNvPr>
          <p:cNvGrpSpPr/>
          <p:nvPr/>
        </p:nvGrpSpPr>
        <p:grpSpPr>
          <a:xfrm>
            <a:off x="9094355" y="3529683"/>
            <a:ext cx="1872501" cy="1331619"/>
            <a:chOff x="9092844" y="3529683"/>
            <a:chExt cx="1872501" cy="133161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A50ACF0-5087-7B3C-B1C4-5E284080521D}"/>
                </a:ext>
              </a:extLst>
            </p:cNvPr>
            <p:cNvSpPr/>
            <p:nvPr/>
          </p:nvSpPr>
          <p:spPr>
            <a:xfrm flipH="1">
              <a:off x="9092844" y="3529683"/>
              <a:ext cx="1872501" cy="13316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50CE52-03F9-1A9E-66AC-3D2069DE1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62214" y="3617845"/>
              <a:ext cx="715035" cy="1152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7BED565-EB24-F063-AA98-86FCE2BFC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178865" y="3617845"/>
              <a:ext cx="872000" cy="288000"/>
            </a:xfrm>
            <a:prstGeom prst="rect">
              <a:avLst/>
            </a:prstGeom>
          </p:spPr>
        </p:pic>
        <p:sp>
          <p:nvSpPr>
            <p:cNvPr id="35" name="Rechteck 38">
              <a:extLst>
                <a:ext uri="{FF2B5EF4-FFF2-40B4-BE49-F238E27FC236}">
                  <a16:creationId xmlns:a16="http://schemas.microsoft.com/office/drawing/2014/main" id="{B11CA7EB-EB7B-E08E-AB44-522BF86322D6}"/>
                </a:ext>
              </a:extLst>
            </p:cNvPr>
            <p:cNvSpPr/>
            <p:nvPr/>
          </p:nvSpPr>
          <p:spPr>
            <a:xfrm>
              <a:off x="10189485" y="4518391"/>
              <a:ext cx="553272" cy="173844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4F2FEB1-9330-2349-1331-9186C63905F0}"/>
              </a:ext>
            </a:extLst>
          </p:cNvPr>
          <p:cNvGrpSpPr/>
          <p:nvPr/>
        </p:nvGrpSpPr>
        <p:grpSpPr>
          <a:xfrm>
            <a:off x="8914856" y="5082272"/>
            <a:ext cx="2052000" cy="1332000"/>
            <a:chOff x="8914856" y="5082272"/>
            <a:chExt cx="2052000" cy="133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EEBA11-B7F1-E763-C457-2B7D23AE0062}"/>
                </a:ext>
              </a:extLst>
            </p:cNvPr>
            <p:cNvSpPr/>
            <p:nvPr/>
          </p:nvSpPr>
          <p:spPr>
            <a:xfrm flipH="1">
              <a:off x="8914856" y="5082272"/>
              <a:ext cx="2052000" cy="13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6C68DA2-ECEC-B04C-6E86-A17C7B784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000519" y="5172272"/>
              <a:ext cx="879999" cy="2880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B6FE052-9742-C43F-AF83-14C3AD8CF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968777" y="5172272"/>
              <a:ext cx="909983" cy="1152000"/>
            </a:xfrm>
            <a:prstGeom prst="rect">
              <a:avLst/>
            </a:prstGeom>
          </p:spPr>
        </p:pic>
        <p:sp>
          <p:nvSpPr>
            <p:cNvPr id="23" name="Rechteck 38">
              <a:extLst>
                <a:ext uri="{FF2B5EF4-FFF2-40B4-BE49-F238E27FC236}">
                  <a16:creationId xmlns:a16="http://schemas.microsoft.com/office/drawing/2014/main" id="{816BE51F-3CE6-E987-40F9-82C2B96B43EE}"/>
                </a:ext>
              </a:extLst>
            </p:cNvPr>
            <p:cNvSpPr/>
            <p:nvPr/>
          </p:nvSpPr>
          <p:spPr>
            <a:xfrm>
              <a:off x="9971164" y="5175576"/>
              <a:ext cx="252000" cy="39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Rechteck 38">
              <a:extLst>
                <a:ext uri="{FF2B5EF4-FFF2-40B4-BE49-F238E27FC236}">
                  <a16:creationId xmlns:a16="http://schemas.microsoft.com/office/drawing/2014/main" id="{EA17F711-3B1B-E9E5-4EBB-63A779C85849}"/>
                </a:ext>
              </a:extLst>
            </p:cNvPr>
            <p:cNvSpPr/>
            <p:nvPr/>
          </p:nvSpPr>
          <p:spPr>
            <a:xfrm>
              <a:off x="10014804" y="5670125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" name="Rechteck 38">
              <a:extLst>
                <a:ext uri="{FF2B5EF4-FFF2-40B4-BE49-F238E27FC236}">
                  <a16:creationId xmlns:a16="http://schemas.microsoft.com/office/drawing/2014/main" id="{DD7A323E-BF63-ACC2-3AEE-D936348AAC22}"/>
                </a:ext>
              </a:extLst>
            </p:cNvPr>
            <p:cNvSpPr/>
            <p:nvPr/>
          </p:nvSpPr>
          <p:spPr>
            <a:xfrm>
              <a:off x="10014804" y="6089998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9883401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D83385-DD69-B7BD-E2B6-0A242990CC3A}"/>
              </a:ext>
            </a:extLst>
          </p:cNvPr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CC62CD-ACBD-AFB8-0A0A-39B03DAA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bbv template EN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9EDA6E7-CE36-4AD9-EDBC-9B63C56CC212}"/>
              </a:ext>
            </a:extLst>
          </p:cNvPr>
          <p:cNvSpPr txBox="1">
            <a:spLocks/>
          </p:cNvSpPr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>
                <a:solidFill>
                  <a:schemeClr val="tx1"/>
                </a:solidFill>
              </a:rPr>
              <a:t>Style guide</a:t>
            </a:r>
          </a:p>
        </p:txBody>
      </p:sp>
    </p:spTree>
    <p:extLst>
      <p:ext uri="{BB962C8B-B14F-4D97-AF65-F5344CB8AC3E}">
        <p14:creationId xmlns:p14="http://schemas.microsoft.com/office/powerpoint/2010/main" val="929431184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5C9D08D-C681-621B-6D02-D7C86EB2F5F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757440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5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5C9D08D-C681-621B-6D02-D7C86E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21FF8F91-8C3E-7BFB-9163-B0E6EABC4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noProof="0" dirty="0"/>
              <a:t>Working area</a:t>
            </a:r>
            <a:r>
              <a:rPr lang="en-GB" noProof="0"/>
              <a:t>, </a:t>
            </a:r>
            <a:r>
              <a:rPr lang="en-GB"/>
              <a:t>g</a:t>
            </a:r>
            <a:r>
              <a:rPr lang="en-GB" noProof="0"/>
              <a:t>uides &amp; ruler</a:t>
            </a:r>
            <a:endParaRPr lang="en-GB" noProof="0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A859A658-FA2C-441F-9AC0-F0763B21CF9F}"/>
              </a:ext>
            </a:extLst>
          </p:cNvPr>
          <p:cNvSpPr txBox="1">
            <a:spLocks/>
          </p:cNvSpPr>
          <p:nvPr/>
        </p:nvSpPr>
        <p:spPr>
          <a:xfrm>
            <a:off x="428626" y="1530000"/>
            <a:ext cx="2316966" cy="4897788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144000" tIns="144000" rIns="96000" bIns="192000" rtlCol="0" anchor="t" anchorCtr="0">
            <a:noAutofit/>
          </a:bodyPr>
          <a:lstStyle>
            <a:lvl1pPr marL="269081" indent="-26908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972" indent="-26789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272" indent="-27027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50000"/>
              <a:buFontTx/>
              <a:buBlip>
                <a:blip r:embed="rId7"/>
              </a:buBlip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b="1" kern="600" cap="none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defTabSz="914377">
              <a:spcAft>
                <a:spcPts val="1600"/>
              </a:spcAft>
            </a:pPr>
            <a:r>
              <a:rPr lang="en-GB" sz="2133" b="1" kern="1200" spc="40">
                <a:solidFill>
                  <a:schemeClr val="bg1"/>
                </a:solidFill>
                <a:cs typeface="Arial" panose="020B0604020202020204" pitchFamily="34" charset="0"/>
              </a:rPr>
              <a:t>Working area</a:t>
            </a:r>
          </a:p>
          <a:p>
            <a:pPr lvl="3" defTabSz="914377">
              <a:spcAft>
                <a:spcPts val="1600"/>
              </a:spcAft>
            </a:pP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Depending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on the slide, a single-column layout, a 2-column or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3-column layout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is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used.</a:t>
            </a:r>
          </a:p>
          <a:p>
            <a:pPr lvl="3" defTabSz="914377">
              <a:spcAft>
                <a:spcPts val="1600"/>
              </a:spcAft>
            </a:pP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Display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the ruler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and guides in the «View» tab.</a:t>
            </a:r>
            <a:endParaRPr lang="en-GB" sz="1600" spc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EB0714-12EE-D97E-695E-BE2966E5ABE5}"/>
              </a:ext>
            </a:extLst>
          </p:cNvPr>
          <p:cNvGrpSpPr/>
          <p:nvPr/>
        </p:nvGrpSpPr>
        <p:grpSpPr>
          <a:xfrm>
            <a:off x="3114844" y="4119731"/>
            <a:ext cx="4003530" cy="2218887"/>
            <a:chOff x="3114844" y="4107426"/>
            <a:chExt cx="4003530" cy="22188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A2537B-5236-BFB7-524B-3DD23CA1D74E}"/>
                </a:ext>
              </a:extLst>
            </p:cNvPr>
            <p:cNvPicPr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4845" y="4107426"/>
              <a:ext cx="4003529" cy="2218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C549111-AD4A-25EE-FEA6-1D3C1F65BD7A}"/>
                </a:ext>
              </a:extLst>
            </p:cNvPr>
            <p:cNvGrpSpPr/>
            <p:nvPr/>
          </p:nvGrpSpPr>
          <p:grpSpPr>
            <a:xfrm>
              <a:off x="3114844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F1C3658-97D3-6C00-6DC2-87EDE705B797}"/>
                  </a:ext>
                </a:extLst>
              </p:cNvPr>
              <p:cNvCxnSpPr/>
              <p:nvPr/>
            </p:nvCxnSpPr>
            <p:spPr>
              <a:xfrm flipH="1">
                <a:off x="541598" y="371060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821C4F-C692-C769-6EE4-AD9813E0348E}"/>
                  </a:ext>
                </a:extLst>
              </p:cNvPr>
              <p:cNvCxnSpPr/>
              <p:nvPr/>
            </p:nvCxnSpPr>
            <p:spPr>
              <a:xfrm flipH="1">
                <a:off x="541598" y="5314122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240FAE6-6894-6C69-99D2-BDAC4339C6F3}"/>
                  </a:ext>
                </a:extLst>
              </p:cNvPr>
              <p:cNvCxnSpPr/>
              <p:nvPr/>
            </p:nvCxnSpPr>
            <p:spPr>
              <a:xfrm flipH="1">
                <a:off x="541598" y="382987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86DBA0B-E746-CAE6-975E-43D1E6235A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86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2D66D57-D844-B480-F979-237BC7823C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40172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62FD7F-DADE-BEC2-CD6B-ED07736397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5812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5E1F5C-E147-8C16-63FD-670A0D26408C}"/>
              </a:ext>
            </a:extLst>
          </p:cNvPr>
          <p:cNvGrpSpPr/>
          <p:nvPr/>
        </p:nvGrpSpPr>
        <p:grpSpPr>
          <a:xfrm>
            <a:off x="7758258" y="4107426"/>
            <a:ext cx="4003530" cy="2231192"/>
            <a:chOff x="7758258" y="4107426"/>
            <a:chExt cx="4003530" cy="223119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4EB346B-274E-5F9D-8604-2205CD31C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70071" y="4107426"/>
              <a:ext cx="3966563" cy="2231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0BD55B-7C6D-BB9B-5A38-A4296BBB37DC}"/>
                </a:ext>
              </a:extLst>
            </p:cNvPr>
            <p:cNvGrpSpPr/>
            <p:nvPr/>
          </p:nvGrpSpPr>
          <p:grpSpPr>
            <a:xfrm>
              <a:off x="7758258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D61FFEA-F3D5-1807-0602-F9F910FB12AE}"/>
                  </a:ext>
                </a:extLst>
              </p:cNvPr>
              <p:cNvCxnSpPr/>
              <p:nvPr/>
            </p:nvCxnSpPr>
            <p:spPr>
              <a:xfrm flipH="1">
                <a:off x="541598" y="371060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CF7231E-26CA-B590-5767-023691840C6D}"/>
                  </a:ext>
                </a:extLst>
              </p:cNvPr>
              <p:cNvCxnSpPr/>
              <p:nvPr/>
            </p:nvCxnSpPr>
            <p:spPr>
              <a:xfrm flipH="1">
                <a:off x="541598" y="5314122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365974E-EBB9-DAC7-C321-409C3A45B35B}"/>
                  </a:ext>
                </a:extLst>
              </p:cNvPr>
              <p:cNvCxnSpPr/>
              <p:nvPr/>
            </p:nvCxnSpPr>
            <p:spPr>
              <a:xfrm flipH="1">
                <a:off x="541598" y="382987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1F6BEA7-3B6E-D548-FF6A-DBB5B30598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86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4D7ED54-7F91-5F11-03C3-C75492403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40172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92ABAD1-3281-E374-C681-8A6448CCE9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4045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589A4CA-E388-F4FA-481A-2E910C5909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9463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5080682-2C00-78A6-D1AA-AEC9A8A74F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7507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A9BEFB6-752E-7370-27FD-8C26383E19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43261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B26F25-DCAD-B756-ABB6-72F3DFC98C38}"/>
              </a:ext>
            </a:extLst>
          </p:cNvPr>
          <p:cNvGrpSpPr/>
          <p:nvPr/>
        </p:nvGrpSpPr>
        <p:grpSpPr>
          <a:xfrm>
            <a:off x="5095554" y="2157413"/>
            <a:ext cx="4608000" cy="1404000"/>
            <a:chOff x="5778424" y="2265151"/>
            <a:chExt cx="4608000" cy="140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54B766-9C28-2E6D-19EE-02A2A80C12A8}"/>
                </a:ext>
              </a:extLst>
            </p:cNvPr>
            <p:cNvSpPr/>
            <p:nvPr/>
          </p:nvSpPr>
          <p:spPr>
            <a:xfrm>
              <a:off x="5778424" y="2265151"/>
              <a:ext cx="4608000" cy="140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EBB7C30-08ED-50E3-7360-901FFA152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10997" y="2391151"/>
              <a:ext cx="4342855" cy="1152000"/>
            </a:xfrm>
            <a:prstGeom prst="rect">
              <a:avLst/>
            </a:prstGeom>
          </p:spPr>
        </p:pic>
        <p:sp>
          <p:nvSpPr>
            <p:cNvPr id="37" name="Rechteck 39">
              <a:extLst>
                <a:ext uri="{FF2B5EF4-FFF2-40B4-BE49-F238E27FC236}">
                  <a16:creationId xmlns:a16="http://schemas.microsoft.com/office/drawing/2014/main" id="{B151FE23-F8EB-4345-9784-8F88742DF4F8}"/>
                </a:ext>
              </a:extLst>
            </p:cNvPr>
            <p:cNvSpPr/>
            <p:nvPr/>
          </p:nvSpPr>
          <p:spPr>
            <a:xfrm>
              <a:off x="9288585" y="2416151"/>
              <a:ext cx="467530" cy="303877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21" name="Rechteck 38">
              <a:extLst>
                <a:ext uri="{FF2B5EF4-FFF2-40B4-BE49-F238E27FC236}">
                  <a16:creationId xmlns:a16="http://schemas.microsoft.com/office/drawing/2014/main" id="{622FA0D9-AA97-D2D3-0906-B31FB1D2BC0C}"/>
                </a:ext>
              </a:extLst>
            </p:cNvPr>
            <p:cNvSpPr/>
            <p:nvPr/>
          </p:nvSpPr>
          <p:spPr>
            <a:xfrm>
              <a:off x="6252738" y="2692301"/>
              <a:ext cx="540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8" name="Rechteck 38">
              <a:extLst>
                <a:ext uri="{FF2B5EF4-FFF2-40B4-BE49-F238E27FC236}">
                  <a16:creationId xmlns:a16="http://schemas.microsoft.com/office/drawing/2014/main" id="{663C73C9-21C2-3246-C3C8-54C015D2FCC1}"/>
                </a:ext>
              </a:extLst>
            </p:cNvPr>
            <p:cNvSpPr/>
            <p:nvPr/>
          </p:nvSpPr>
          <p:spPr>
            <a:xfrm>
              <a:off x="6252738" y="3109001"/>
              <a:ext cx="612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2546371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A5D1D3E-5F5F-6A74-49D1-7A46D472815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9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A5D1D3E-5F5F-6A74-49D1-7A46D4728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2ACD15-79D2-1E7F-AC15-4CCE7313B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10143236" cy="1098000"/>
          </a:xfrm>
        </p:spPr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bbv colour theme</a:t>
            </a:r>
          </a:p>
        </p:txBody>
      </p:sp>
      <p:cxnSp>
        <p:nvCxnSpPr>
          <p:cNvPr id="24" name="Straight Connector 26">
            <a:extLst>
              <a:ext uri="{FF2B5EF4-FFF2-40B4-BE49-F238E27FC236}">
                <a16:creationId xmlns:a16="http://schemas.microsoft.com/office/drawing/2014/main" id="{3502B8B4-5563-855A-290D-8B551332CFF4}"/>
              </a:ext>
            </a:extLst>
          </p:cNvPr>
          <p:cNvCxnSpPr>
            <a:cxnSpLocks/>
          </p:cNvCxnSpPr>
          <p:nvPr/>
        </p:nvCxnSpPr>
        <p:spPr>
          <a:xfrm>
            <a:off x="4456762" y="2173030"/>
            <a:ext cx="0" cy="4254758"/>
          </a:xfrm>
          <a:prstGeom prst="line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1070854-6963-DEFB-F539-1E959A27C1EE}"/>
              </a:ext>
            </a:extLst>
          </p:cNvPr>
          <p:cNvSpPr txBox="1">
            <a:spLocks/>
          </p:cNvSpPr>
          <p:nvPr/>
        </p:nvSpPr>
        <p:spPr>
          <a:xfrm>
            <a:off x="6500129" y="3218607"/>
            <a:ext cx="1334619" cy="430887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Main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accent</a:t>
            </a:r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BF297A7F-6349-4515-A106-11D80EA77376}"/>
              </a:ext>
            </a:extLst>
          </p:cNvPr>
          <p:cNvSpPr/>
          <p:nvPr/>
        </p:nvSpPr>
        <p:spPr>
          <a:xfrm>
            <a:off x="6872824" y="2173030"/>
            <a:ext cx="602773" cy="5458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542073DE-1986-A9FF-D88E-7B72D00769F0}"/>
              </a:ext>
            </a:extLst>
          </p:cNvPr>
          <p:cNvSpPr>
            <a:spLocks/>
          </p:cNvSpPr>
          <p:nvPr/>
        </p:nvSpPr>
        <p:spPr>
          <a:xfrm>
            <a:off x="9021671" y="2173030"/>
            <a:ext cx="602773" cy="5458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white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Rectangle 12">
            <a:extLst>
              <a:ext uri="{FF2B5EF4-FFF2-40B4-BE49-F238E27FC236}">
                <a16:creationId xmlns:a16="http://schemas.microsoft.com/office/drawing/2014/main" id="{6267D1A1-B1A6-8DFE-0C1F-9FADCE012A0B}"/>
              </a:ext>
            </a:extLst>
          </p:cNvPr>
          <p:cNvSpPr>
            <a:spLocks/>
          </p:cNvSpPr>
          <p:nvPr/>
        </p:nvSpPr>
        <p:spPr>
          <a:xfrm>
            <a:off x="9736741" y="2173030"/>
            <a:ext cx="602773" cy="5458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Rectangle 13">
            <a:extLst>
              <a:ext uri="{FF2B5EF4-FFF2-40B4-BE49-F238E27FC236}">
                <a16:creationId xmlns:a16="http://schemas.microsoft.com/office/drawing/2014/main" id="{B6B698BE-5FFE-365B-EE0B-61C783F93716}"/>
              </a:ext>
            </a:extLst>
          </p:cNvPr>
          <p:cNvSpPr/>
          <p:nvPr/>
        </p:nvSpPr>
        <p:spPr>
          <a:xfrm>
            <a:off x="5440259" y="2173030"/>
            <a:ext cx="602773" cy="5458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white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Rectangle 15">
            <a:extLst>
              <a:ext uri="{FF2B5EF4-FFF2-40B4-BE49-F238E27FC236}">
                <a16:creationId xmlns:a16="http://schemas.microsoft.com/office/drawing/2014/main" id="{B4482B20-22EB-AFBD-A517-E90318FF330F}"/>
              </a:ext>
            </a:extLst>
          </p:cNvPr>
          <p:cNvSpPr>
            <a:spLocks/>
          </p:cNvSpPr>
          <p:nvPr/>
        </p:nvSpPr>
        <p:spPr>
          <a:xfrm>
            <a:off x="8305389" y="2173030"/>
            <a:ext cx="602773" cy="5458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3FCA52B9-2683-2430-5EAE-7CBE386D5ECF}"/>
              </a:ext>
            </a:extLst>
          </p:cNvPr>
          <p:cNvSpPr>
            <a:spLocks/>
          </p:cNvSpPr>
          <p:nvPr/>
        </p:nvSpPr>
        <p:spPr>
          <a:xfrm>
            <a:off x="11169312" y="2173030"/>
            <a:ext cx="602773" cy="5458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Rectangle 23">
            <a:extLst>
              <a:ext uri="{FF2B5EF4-FFF2-40B4-BE49-F238E27FC236}">
                <a16:creationId xmlns:a16="http://schemas.microsoft.com/office/drawing/2014/main" id="{6FC59556-31EC-322A-94B7-01F06801B3BE}"/>
              </a:ext>
            </a:extLst>
          </p:cNvPr>
          <p:cNvSpPr>
            <a:spLocks/>
          </p:cNvSpPr>
          <p:nvPr/>
        </p:nvSpPr>
        <p:spPr>
          <a:xfrm>
            <a:off x="10453025" y="2172971"/>
            <a:ext cx="602773" cy="5451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2D82BD4E-4B06-B5BD-7E1B-F8065FC0B380}"/>
              </a:ext>
            </a:extLst>
          </p:cNvPr>
          <p:cNvSpPr/>
          <p:nvPr/>
        </p:nvSpPr>
        <p:spPr>
          <a:xfrm>
            <a:off x="7589112" y="2173030"/>
            <a:ext cx="602773" cy="5458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BDD07FB3-1A6F-4329-4EEB-51F3AF841F8B}"/>
              </a:ext>
            </a:extLst>
          </p:cNvPr>
          <p:cNvSpPr/>
          <p:nvPr/>
        </p:nvSpPr>
        <p:spPr>
          <a:xfrm>
            <a:off x="4723977" y="2173030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3037C319-F1F5-AA2C-867D-9EDCED62CE4E}"/>
              </a:ext>
            </a:extLst>
          </p:cNvPr>
          <p:cNvSpPr/>
          <p:nvPr/>
        </p:nvSpPr>
        <p:spPr>
          <a:xfrm>
            <a:off x="6151988" y="2173030"/>
            <a:ext cx="602773" cy="54589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6CB15D7-FCA5-7B38-1136-3C6AAE9D6BCA}"/>
              </a:ext>
            </a:extLst>
          </p:cNvPr>
          <p:cNvGrpSpPr/>
          <p:nvPr/>
        </p:nvGrpSpPr>
        <p:grpSpPr>
          <a:xfrm>
            <a:off x="6869090" y="2885608"/>
            <a:ext cx="602764" cy="217375"/>
            <a:chOff x="4697470" y="3209372"/>
            <a:chExt cx="433615" cy="163031"/>
          </a:xfrm>
        </p:grpSpPr>
        <p:cxnSp>
          <p:nvCxnSpPr>
            <p:cNvPr id="63" name="Gerader Verbinder 50">
              <a:extLst>
                <a:ext uri="{FF2B5EF4-FFF2-40B4-BE49-F238E27FC236}">
                  <a16:creationId xmlns:a16="http://schemas.microsoft.com/office/drawing/2014/main" id="{30147869-7ACF-36DB-4F1A-F1241569DD6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55">
              <a:extLst>
                <a:ext uri="{FF2B5EF4-FFF2-40B4-BE49-F238E27FC236}">
                  <a16:creationId xmlns:a16="http://schemas.microsoft.com/office/drawing/2014/main" id="{D27EBFFB-9E9E-055D-004F-E654BC243CE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68457190-0A22-6AE7-0613-EAFB0E4EDA7A}"/>
              </a:ext>
            </a:extLst>
          </p:cNvPr>
          <p:cNvSpPr txBox="1">
            <a:spLocks/>
          </p:cNvSpPr>
          <p:nvPr/>
        </p:nvSpPr>
        <p:spPr>
          <a:xfrm>
            <a:off x="428625" y="2157413"/>
            <a:ext cx="2124000" cy="4270367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226714" sx="101000" sy="101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0" tIns="96000" rIns="96000" bIns="96000" rtlCol="0" anchor="t"/>
          <a:lstStyle>
            <a:defPPr>
              <a:defRPr lang="en-US"/>
            </a:defPPr>
            <a:lvl1pPr marR="0" lvl="0" indent="0" defTabSz="914354" fontAlgn="auto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 kumimoji="0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5"/>
            <a:endParaRPr lang="en-GB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DF9E67B-364E-CE6C-EB0C-B76C55340C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0" y="2406096"/>
            <a:ext cx="1966241" cy="141323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CCE4E69-5EEE-9D0E-B04E-7285D2BB550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47"/>
          <a:stretch/>
        </p:blipFill>
        <p:spPr>
          <a:xfrm>
            <a:off x="511071" y="4046276"/>
            <a:ext cx="1972780" cy="6871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BFAB6F1-F8A0-F09B-1743-2517E56AFDB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35"/>
          <a:stretch/>
        </p:blipFill>
        <p:spPr>
          <a:xfrm>
            <a:off x="511071" y="5694748"/>
            <a:ext cx="1972780" cy="54257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5661B9B-D5E3-182F-E947-D0128C0AA7E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00" b="29135"/>
          <a:stretch/>
        </p:blipFill>
        <p:spPr>
          <a:xfrm>
            <a:off x="511071" y="4936926"/>
            <a:ext cx="1972780" cy="542576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71BB6457-5525-9629-8AB0-65A18A235CBC}"/>
              </a:ext>
            </a:extLst>
          </p:cNvPr>
          <p:cNvGrpSpPr/>
          <p:nvPr/>
        </p:nvGrpSpPr>
        <p:grpSpPr>
          <a:xfrm>
            <a:off x="524672" y="4936926"/>
            <a:ext cx="1959179" cy="1300399"/>
            <a:chOff x="497501" y="3256429"/>
            <a:chExt cx="1873031" cy="1211928"/>
          </a:xfrm>
        </p:grpSpPr>
        <p:sp>
          <p:nvSpPr>
            <p:cNvPr id="85" name="Freihandform: Form 52">
              <a:extLst>
                <a:ext uri="{FF2B5EF4-FFF2-40B4-BE49-F238E27FC236}">
                  <a16:creationId xmlns:a16="http://schemas.microsoft.com/office/drawing/2014/main" id="{A25499F5-432B-5786-1DDB-D6E7665566EA}"/>
                </a:ext>
              </a:extLst>
            </p:cNvPr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219170">
                <a:defRPr/>
              </a:pPr>
              <a:endParaRPr lang="en-GB" sz="1467">
                <a:solidFill>
                  <a:prstClr val="black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86" name="Straight Connector 83">
              <a:extLst>
                <a:ext uri="{FF2B5EF4-FFF2-40B4-BE49-F238E27FC236}">
                  <a16:creationId xmlns:a16="http://schemas.microsoft.com/office/drawing/2014/main" id="{8F2EF6F2-A981-4FA6-9F40-1344865D464D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8" y="3281637"/>
              <a:ext cx="1866433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Straight Connector 84">
              <a:extLst>
                <a:ext uri="{FF2B5EF4-FFF2-40B4-BE49-F238E27FC236}">
                  <a16:creationId xmlns:a16="http://schemas.microsoft.com/office/drawing/2014/main" id="{7AED2BEF-C789-80A3-D9F1-69583B99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42" y="3281637"/>
              <a:ext cx="1832279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76210D49-14BB-7F13-F155-DA8F8436C939}"/>
              </a:ext>
            </a:extLst>
          </p:cNvPr>
          <p:cNvSpPr txBox="1">
            <a:spLocks/>
          </p:cNvSpPr>
          <p:nvPr/>
        </p:nvSpPr>
        <p:spPr>
          <a:xfrm>
            <a:off x="3094780" y="2533796"/>
            <a:ext cx="1326145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cs typeface="Arial" panose="020B0604020202020204" pitchFamily="34" charset="0"/>
                <a:sym typeface="Arial" panose="020B0604020202020204" pitchFamily="34" charset="0"/>
              </a:rPr>
              <a:t>Always OK!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0F98E6AA-04F9-D5A2-B375-3E8470C5243D}"/>
              </a:ext>
            </a:extLst>
          </p:cNvPr>
          <p:cNvSpPr txBox="1">
            <a:spLocks/>
          </p:cNvSpPr>
          <p:nvPr/>
        </p:nvSpPr>
        <p:spPr>
          <a:xfrm>
            <a:off x="3094781" y="3162271"/>
            <a:ext cx="1109834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solidFill>
                  <a:schemeClr val="tx2"/>
                </a:solidFill>
                <a:cs typeface="Arial" panose="020B0604020202020204" pitchFamily="34" charset="0"/>
                <a:sym typeface="Arial" panose="020B0604020202020204" pitchFamily="34" charset="0"/>
              </a:rPr>
              <a:t>Never, please!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ECE9CF5B-EFB5-798A-FA72-10A3A4BB1176}"/>
              </a:ext>
            </a:extLst>
          </p:cNvPr>
          <p:cNvSpPr txBox="1">
            <a:spLocks/>
          </p:cNvSpPr>
          <p:nvPr/>
        </p:nvSpPr>
        <p:spPr>
          <a:xfrm>
            <a:off x="3094775" y="5362856"/>
            <a:ext cx="1109837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solidFill>
                  <a:srgbClr val="E30613"/>
                </a:solidFill>
                <a:cs typeface="Arial" panose="020B0604020202020204" pitchFamily="34" charset="0"/>
                <a:sym typeface="Arial" panose="020B0604020202020204" pitchFamily="34" charset="0"/>
              </a:rPr>
              <a:t>Never, please!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8ECAFE4-B27A-4EB0-98FD-87F06435B6D5}"/>
              </a:ext>
            </a:extLst>
          </p:cNvPr>
          <p:cNvGrpSpPr/>
          <p:nvPr/>
        </p:nvGrpSpPr>
        <p:grpSpPr>
          <a:xfrm>
            <a:off x="2709977" y="2656723"/>
            <a:ext cx="217375" cy="189729"/>
            <a:chOff x="5954751" y="2230813"/>
            <a:chExt cx="356839" cy="232815"/>
          </a:xfrm>
        </p:grpSpPr>
        <p:cxnSp>
          <p:nvCxnSpPr>
            <p:cNvPr id="93" name="Gerader Verbinder 50">
              <a:extLst>
                <a:ext uri="{FF2B5EF4-FFF2-40B4-BE49-F238E27FC236}">
                  <a16:creationId xmlns:a16="http://schemas.microsoft.com/office/drawing/2014/main" id="{EDE750EE-4DE6-2F33-2CC5-A01970DC65A6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55">
              <a:extLst>
                <a:ext uri="{FF2B5EF4-FFF2-40B4-BE49-F238E27FC236}">
                  <a16:creationId xmlns:a16="http://schemas.microsoft.com/office/drawing/2014/main" id="{31572E6B-0791-A08D-8B8C-A17A1B26264E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9E5EEA2-546B-1754-01C2-57FB7D291A62}"/>
              </a:ext>
            </a:extLst>
          </p:cNvPr>
          <p:cNvGrpSpPr/>
          <p:nvPr/>
        </p:nvGrpSpPr>
        <p:grpSpPr>
          <a:xfrm>
            <a:off x="2709977" y="2931578"/>
            <a:ext cx="217375" cy="887752"/>
            <a:chOff x="5954751" y="2230813"/>
            <a:chExt cx="356839" cy="232815"/>
          </a:xfrm>
        </p:grpSpPr>
        <p:cxnSp>
          <p:nvCxnSpPr>
            <p:cNvPr id="96" name="Gerader Verbinder 50">
              <a:extLst>
                <a:ext uri="{FF2B5EF4-FFF2-40B4-BE49-F238E27FC236}">
                  <a16:creationId xmlns:a16="http://schemas.microsoft.com/office/drawing/2014/main" id="{74BDB173-1196-C9FB-BCF7-4B86D4738F96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55">
              <a:extLst>
                <a:ext uri="{FF2B5EF4-FFF2-40B4-BE49-F238E27FC236}">
                  <a16:creationId xmlns:a16="http://schemas.microsoft.com/office/drawing/2014/main" id="{3808B50C-4300-D802-95A5-A5810673A49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66822E5-DF56-E7DE-D31C-B43518D4FABA}"/>
              </a:ext>
            </a:extLst>
          </p:cNvPr>
          <p:cNvGrpSpPr/>
          <p:nvPr/>
        </p:nvGrpSpPr>
        <p:grpSpPr>
          <a:xfrm>
            <a:off x="2709977" y="4936926"/>
            <a:ext cx="217375" cy="1313642"/>
            <a:chOff x="5954751" y="2230813"/>
            <a:chExt cx="356839" cy="232815"/>
          </a:xfrm>
        </p:grpSpPr>
        <p:cxnSp>
          <p:nvCxnSpPr>
            <p:cNvPr id="99" name="Gerader Verbinder 50">
              <a:extLst>
                <a:ext uri="{FF2B5EF4-FFF2-40B4-BE49-F238E27FC236}">
                  <a16:creationId xmlns:a16="http://schemas.microsoft.com/office/drawing/2014/main" id="{485F3C5D-B2EA-4B74-1C8A-06496510119F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55">
              <a:extLst>
                <a:ext uri="{FF2B5EF4-FFF2-40B4-BE49-F238E27FC236}">
                  <a16:creationId xmlns:a16="http://schemas.microsoft.com/office/drawing/2014/main" id="{530E4814-67A8-7DA0-7DB5-C01459CD64FF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51012E29-560A-2C9A-86C0-7A82533C9733}"/>
              </a:ext>
            </a:extLst>
          </p:cNvPr>
          <p:cNvSpPr txBox="1">
            <a:spLocks/>
          </p:cNvSpPr>
          <p:nvPr/>
        </p:nvSpPr>
        <p:spPr>
          <a:xfrm>
            <a:off x="3094781" y="4179356"/>
            <a:ext cx="1109834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cs typeface="Arial" panose="020B0604020202020204" pitchFamily="34" charset="0"/>
                <a:sym typeface="Arial" panose="020B0604020202020204" pitchFamily="34" charset="0"/>
              </a:rPr>
              <a:t>Use selectively and sparingly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F7C882-5ABD-34C2-BC1F-56F5B5EB2173}"/>
              </a:ext>
            </a:extLst>
          </p:cNvPr>
          <p:cNvGrpSpPr/>
          <p:nvPr/>
        </p:nvGrpSpPr>
        <p:grpSpPr>
          <a:xfrm>
            <a:off x="2709977" y="4014659"/>
            <a:ext cx="217375" cy="746773"/>
            <a:chOff x="5954751" y="2230813"/>
            <a:chExt cx="356839" cy="232815"/>
          </a:xfrm>
        </p:grpSpPr>
        <p:cxnSp>
          <p:nvCxnSpPr>
            <p:cNvPr id="103" name="Gerader Verbinder 50">
              <a:extLst>
                <a:ext uri="{FF2B5EF4-FFF2-40B4-BE49-F238E27FC236}">
                  <a16:creationId xmlns:a16="http://schemas.microsoft.com/office/drawing/2014/main" id="{FAD3B513-9C70-4309-DDAB-97AEA5664F2B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55">
              <a:extLst>
                <a:ext uri="{FF2B5EF4-FFF2-40B4-BE49-F238E27FC236}">
                  <a16:creationId xmlns:a16="http://schemas.microsoft.com/office/drawing/2014/main" id="{6514E2ED-EE9C-DEA0-8858-8FF7A4F20EA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Rectangle 13">
            <a:extLst>
              <a:ext uri="{FF2B5EF4-FFF2-40B4-BE49-F238E27FC236}">
                <a16:creationId xmlns:a16="http://schemas.microsoft.com/office/drawing/2014/main" id="{51FD5E8D-50C8-0214-07C0-E88F5193972D}"/>
              </a:ext>
            </a:extLst>
          </p:cNvPr>
          <p:cNvSpPr/>
          <p:nvPr/>
        </p:nvSpPr>
        <p:spPr>
          <a:xfrm>
            <a:off x="4737229" y="4268539"/>
            <a:ext cx="602773" cy="545895"/>
          </a:xfrm>
          <a:prstGeom prst="rect">
            <a:avLst/>
          </a:prstGeom>
          <a:solidFill>
            <a:srgbClr val="005194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Rectangle 13">
            <a:extLst>
              <a:ext uri="{FF2B5EF4-FFF2-40B4-BE49-F238E27FC236}">
                <a16:creationId xmlns:a16="http://schemas.microsoft.com/office/drawing/2014/main" id="{B910C4A2-8082-C66C-B60B-356C1B3BA384}"/>
              </a:ext>
            </a:extLst>
          </p:cNvPr>
          <p:cNvSpPr/>
          <p:nvPr/>
        </p:nvSpPr>
        <p:spPr>
          <a:xfrm>
            <a:off x="6886076" y="4268539"/>
            <a:ext cx="602773" cy="545895"/>
          </a:xfrm>
          <a:prstGeom prst="rect">
            <a:avLst/>
          </a:prstGeom>
          <a:solidFill>
            <a:srgbClr val="99B9D4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Rectangle 13">
            <a:extLst>
              <a:ext uri="{FF2B5EF4-FFF2-40B4-BE49-F238E27FC236}">
                <a16:creationId xmlns:a16="http://schemas.microsoft.com/office/drawing/2014/main" id="{150547F5-511E-6DEB-C27B-1C31F97F7F1E}"/>
              </a:ext>
            </a:extLst>
          </p:cNvPr>
          <p:cNvSpPr/>
          <p:nvPr/>
        </p:nvSpPr>
        <p:spPr>
          <a:xfrm>
            <a:off x="6169793" y="4268539"/>
            <a:ext cx="602773" cy="545895"/>
          </a:xfrm>
          <a:prstGeom prst="rect">
            <a:avLst/>
          </a:prstGeom>
          <a:solidFill>
            <a:srgbClr val="6697BF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Rectangle 13">
            <a:extLst>
              <a:ext uri="{FF2B5EF4-FFF2-40B4-BE49-F238E27FC236}">
                <a16:creationId xmlns:a16="http://schemas.microsoft.com/office/drawing/2014/main" id="{EBACE547-7889-B6F1-D9BA-137E4A5EF8FD}"/>
              </a:ext>
            </a:extLst>
          </p:cNvPr>
          <p:cNvSpPr/>
          <p:nvPr/>
        </p:nvSpPr>
        <p:spPr>
          <a:xfrm>
            <a:off x="5453511" y="4268539"/>
            <a:ext cx="602773" cy="545895"/>
          </a:xfrm>
          <a:prstGeom prst="rect">
            <a:avLst/>
          </a:prstGeom>
          <a:solidFill>
            <a:srgbClr val="3374A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Rectangle 13">
            <a:extLst>
              <a:ext uri="{FF2B5EF4-FFF2-40B4-BE49-F238E27FC236}">
                <a16:creationId xmlns:a16="http://schemas.microsoft.com/office/drawing/2014/main" id="{8B43B5C9-F01E-FEBE-FDF0-D982DE368DB1}"/>
              </a:ext>
            </a:extLst>
          </p:cNvPr>
          <p:cNvSpPr/>
          <p:nvPr/>
        </p:nvSpPr>
        <p:spPr>
          <a:xfrm>
            <a:off x="9034923" y="4268539"/>
            <a:ext cx="602773" cy="545895"/>
          </a:xfrm>
          <a:prstGeom prst="rect">
            <a:avLst/>
          </a:prstGeom>
          <a:solidFill>
            <a:srgbClr val="F39800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Rectangle 13">
            <a:extLst>
              <a:ext uri="{FF2B5EF4-FFF2-40B4-BE49-F238E27FC236}">
                <a16:creationId xmlns:a16="http://schemas.microsoft.com/office/drawing/2014/main" id="{D1378E0E-9B46-AEBD-C505-68933B206E88}"/>
              </a:ext>
            </a:extLst>
          </p:cNvPr>
          <p:cNvSpPr/>
          <p:nvPr/>
        </p:nvSpPr>
        <p:spPr>
          <a:xfrm>
            <a:off x="9749993" y="4268539"/>
            <a:ext cx="602773" cy="545895"/>
          </a:xfrm>
          <a:prstGeom prst="rect">
            <a:avLst/>
          </a:prstGeom>
          <a:solidFill>
            <a:srgbClr val="F5AD33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Rectangle 13">
            <a:extLst>
              <a:ext uri="{FF2B5EF4-FFF2-40B4-BE49-F238E27FC236}">
                <a16:creationId xmlns:a16="http://schemas.microsoft.com/office/drawing/2014/main" id="{451F5D7D-B94C-FD58-88F8-2DBD6FC14579}"/>
              </a:ext>
            </a:extLst>
          </p:cNvPr>
          <p:cNvSpPr/>
          <p:nvPr/>
        </p:nvSpPr>
        <p:spPr>
          <a:xfrm>
            <a:off x="10466277" y="4268539"/>
            <a:ext cx="602773" cy="545895"/>
          </a:xfrm>
          <a:prstGeom prst="rect">
            <a:avLst/>
          </a:prstGeom>
          <a:solidFill>
            <a:srgbClr val="F8C166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3" name="Rectangle 13">
            <a:extLst>
              <a:ext uri="{FF2B5EF4-FFF2-40B4-BE49-F238E27FC236}">
                <a16:creationId xmlns:a16="http://schemas.microsoft.com/office/drawing/2014/main" id="{4192DD3D-9D20-33DD-EF53-671B1D4FD254}"/>
              </a:ext>
            </a:extLst>
          </p:cNvPr>
          <p:cNvSpPr/>
          <p:nvPr/>
        </p:nvSpPr>
        <p:spPr>
          <a:xfrm>
            <a:off x="11182564" y="4268539"/>
            <a:ext cx="602773" cy="545895"/>
          </a:xfrm>
          <a:prstGeom prst="rect">
            <a:avLst/>
          </a:prstGeom>
          <a:solidFill>
            <a:srgbClr val="FAD69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1D30DE6E-5812-98E8-D99D-9648BADD237B}"/>
              </a:ext>
            </a:extLst>
          </p:cNvPr>
          <p:cNvSpPr/>
          <p:nvPr/>
        </p:nvSpPr>
        <p:spPr>
          <a:xfrm>
            <a:off x="4737229" y="4931149"/>
            <a:ext cx="602773" cy="545895"/>
          </a:xfrm>
          <a:prstGeom prst="rect">
            <a:avLst/>
          </a:prstGeom>
          <a:solidFill>
            <a:srgbClr val="005D3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Rectangle 13">
            <a:extLst>
              <a:ext uri="{FF2B5EF4-FFF2-40B4-BE49-F238E27FC236}">
                <a16:creationId xmlns:a16="http://schemas.microsoft.com/office/drawing/2014/main" id="{FA7B3943-F038-CA00-3C53-733F000A9E23}"/>
              </a:ext>
            </a:extLst>
          </p:cNvPr>
          <p:cNvSpPr/>
          <p:nvPr/>
        </p:nvSpPr>
        <p:spPr>
          <a:xfrm>
            <a:off x="6886076" y="4931149"/>
            <a:ext cx="602773" cy="545895"/>
          </a:xfrm>
          <a:prstGeom prst="rect">
            <a:avLst/>
          </a:prstGeom>
          <a:solidFill>
            <a:srgbClr val="99BEB0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Rectangle 13">
            <a:extLst>
              <a:ext uri="{FF2B5EF4-FFF2-40B4-BE49-F238E27FC236}">
                <a16:creationId xmlns:a16="http://schemas.microsoft.com/office/drawing/2014/main" id="{3309A3D7-1AB6-8320-7E8A-569550981B18}"/>
              </a:ext>
            </a:extLst>
          </p:cNvPr>
          <p:cNvSpPr/>
          <p:nvPr/>
        </p:nvSpPr>
        <p:spPr>
          <a:xfrm>
            <a:off x="6169793" y="4931149"/>
            <a:ext cx="602773" cy="545895"/>
          </a:xfrm>
          <a:prstGeom prst="rect">
            <a:avLst/>
          </a:prstGeom>
          <a:solidFill>
            <a:srgbClr val="669E88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7" name="Rectangle 13">
            <a:extLst>
              <a:ext uri="{FF2B5EF4-FFF2-40B4-BE49-F238E27FC236}">
                <a16:creationId xmlns:a16="http://schemas.microsoft.com/office/drawing/2014/main" id="{9F9F5759-61B0-D2B5-7320-4F312FC09F2D}"/>
              </a:ext>
            </a:extLst>
          </p:cNvPr>
          <p:cNvSpPr/>
          <p:nvPr/>
        </p:nvSpPr>
        <p:spPr>
          <a:xfrm>
            <a:off x="5453511" y="4931149"/>
            <a:ext cx="602773" cy="545895"/>
          </a:xfrm>
          <a:prstGeom prst="rect">
            <a:avLst/>
          </a:prstGeom>
          <a:solidFill>
            <a:srgbClr val="337D6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8" name="Rectangle 13">
            <a:extLst>
              <a:ext uri="{FF2B5EF4-FFF2-40B4-BE49-F238E27FC236}">
                <a16:creationId xmlns:a16="http://schemas.microsoft.com/office/drawing/2014/main" id="{5EB4BF0A-245A-5F4A-3355-3FCA4900372F}"/>
              </a:ext>
            </a:extLst>
          </p:cNvPr>
          <p:cNvSpPr/>
          <p:nvPr/>
        </p:nvSpPr>
        <p:spPr>
          <a:xfrm>
            <a:off x="9034923" y="4931149"/>
            <a:ext cx="602773" cy="545895"/>
          </a:xfrm>
          <a:prstGeom prst="rect">
            <a:avLst/>
          </a:prstGeom>
          <a:solidFill>
            <a:srgbClr val="5C154F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" name="Rectangle 13">
            <a:extLst>
              <a:ext uri="{FF2B5EF4-FFF2-40B4-BE49-F238E27FC236}">
                <a16:creationId xmlns:a16="http://schemas.microsoft.com/office/drawing/2014/main" id="{C73A4148-9091-3925-BE1D-CD8A6103DEA6}"/>
              </a:ext>
            </a:extLst>
          </p:cNvPr>
          <p:cNvSpPr/>
          <p:nvPr/>
        </p:nvSpPr>
        <p:spPr>
          <a:xfrm>
            <a:off x="9749993" y="4931149"/>
            <a:ext cx="602773" cy="545895"/>
          </a:xfrm>
          <a:prstGeom prst="rect">
            <a:avLst/>
          </a:prstGeom>
          <a:solidFill>
            <a:srgbClr val="7D4472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Rectangle 13">
            <a:extLst>
              <a:ext uri="{FF2B5EF4-FFF2-40B4-BE49-F238E27FC236}">
                <a16:creationId xmlns:a16="http://schemas.microsoft.com/office/drawing/2014/main" id="{2B1FDD87-ECDA-8D57-EBCC-D6FAF2A4D1C9}"/>
              </a:ext>
            </a:extLst>
          </p:cNvPr>
          <p:cNvSpPr/>
          <p:nvPr/>
        </p:nvSpPr>
        <p:spPr>
          <a:xfrm>
            <a:off x="10466277" y="4931149"/>
            <a:ext cx="602773" cy="545895"/>
          </a:xfrm>
          <a:prstGeom prst="rect">
            <a:avLst/>
          </a:prstGeom>
          <a:solidFill>
            <a:srgbClr val="9D7395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Rectangle 13">
            <a:extLst>
              <a:ext uri="{FF2B5EF4-FFF2-40B4-BE49-F238E27FC236}">
                <a16:creationId xmlns:a16="http://schemas.microsoft.com/office/drawing/2014/main" id="{25705B44-E0B5-9879-B387-03B2BE3102D7}"/>
              </a:ext>
            </a:extLst>
          </p:cNvPr>
          <p:cNvSpPr/>
          <p:nvPr/>
        </p:nvSpPr>
        <p:spPr>
          <a:xfrm>
            <a:off x="11182564" y="4931149"/>
            <a:ext cx="602773" cy="545895"/>
          </a:xfrm>
          <a:prstGeom prst="rect">
            <a:avLst/>
          </a:prstGeom>
          <a:solidFill>
            <a:srgbClr val="BEA1B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3" name="Gerader Verbinder 55">
            <a:extLst>
              <a:ext uri="{FF2B5EF4-FFF2-40B4-BE49-F238E27FC236}">
                <a16:creationId xmlns:a16="http://schemas.microsoft.com/office/drawing/2014/main" id="{CFCBA94C-FC38-CE9C-41A0-C5908E2D9655}"/>
              </a:ext>
            </a:extLst>
          </p:cNvPr>
          <p:cNvCxnSpPr>
            <a:cxnSpLocks/>
          </p:cNvCxnSpPr>
          <p:nvPr/>
        </p:nvCxnSpPr>
        <p:spPr>
          <a:xfrm>
            <a:off x="4761918" y="3930778"/>
            <a:ext cx="7001457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FEE6A52-F216-23C3-6AFD-971FCA933401}"/>
              </a:ext>
            </a:extLst>
          </p:cNvPr>
          <p:cNvGrpSpPr/>
          <p:nvPr/>
        </p:nvGrpSpPr>
        <p:grpSpPr>
          <a:xfrm>
            <a:off x="553276" y="2905313"/>
            <a:ext cx="1873031" cy="853200"/>
            <a:chOff x="497501" y="3256429"/>
            <a:chExt cx="1873031" cy="1211928"/>
          </a:xfrm>
        </p:grpSpPr>
        <p:sp>
          <p:nvSpPr>
            <p:cNvPr id="6" name="Freihandform: Form 52">
              <a:extLst>
                <a:ext uri="{FF2B5EF4-FFF2-40B4-BE49-F238E27FC236}">
                  <a16:creationId xmlns:a16="http://schemas.microsoft.com/office/drawing/2014/main" id="{4585181C-31FD-09CE-D61E-75D1706C9A89}"/>
                </a:ext>
              </a:extLst>
            </p:cNvPr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219170">
                <a:defRPr/>
              </a:pPr>
              <a:endParaRPr lang="en-GB" sz="1467">
                <a:solidFill>
                  <a:prstClr val="black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7" name="Straight Connector 83">
              <a:extLst>
                <a:ext uri="{FF2B5EF4-FFF2-40B4-BE49-F238E27FC236}">
                  <a16:creationId xmlns:a16="http://schemas.microsoft.com/office/drawing/2014/main" id="{EDC2B575-4830-8434-3905-E0F5DB1DC31C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8" y="3281637"/>
              <a:ext cx="1866433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Straight Connector 84">
              <a:extLst>
                <a:ext uri="{FF2B5EF4-FFF2-40B4-BE49-F238E27FC236}">
                  <a16:creationId xmlns:a16="http://schemas.microsoft.com/office/drawing/2014/main" id="{A191FEA9-4A0A-0CE5-7391-BE35A4EEB2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42" y="3281637"/>
              <a:ext cx="1832279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223DC09-F700-31E4-06C5-E25DF1816809}"/>
              </a:ext>
            </a:extLst>
          </p:cNvPr>
          <p:cNvGrpSpPr/>
          <p:nvPr/>
        </p:nvGrpSpPr>
        <p:grpSpPr>
          <a:xfrm>
            <a:off x="4718717" y="2885608"/>
            <a:ext cx="1324291" cy="217375"/>
            <a:chOff x="4697470" y="3209372"/>
            <a:chExt cx="433615" cy="163031"/>
          </a:xfrm>
        </p:grpSpPr>
        <p:cxnSp>
          <p:nvCxnSpPr>
            <p:cNvPr id="10" name="Gerader Verbinder 50">
              <a:extLst>
                <a:ext uri="{FF2B5EF4-FFF2-40B4-BE49-F238E27FC236}">
                  <a16:creationId xmlns:a16="http://schemas.microsoft.com/office/drawing/2014/main" id="{56A5A444-97CF-7F26-68EA-2459C575EF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55">
              <a:extLst>
                <a:ext uri="{FF2B5EF4-FFF2-40B4-BE49-F238E27FC236}">
                  <a16:creationId xmlns:a16="http://schemas.microsoft.com/office/drawing/2014/main" id="{05C42648-B69A-9C8C-4AB3-59DA8E276C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F4B848-7960-23D8-0ABB-BBFAA9B958C3}"/>
              </a:ext>
            </a:extLst>
          </p:cNvPr>
          <p:cNvSpPr txBox="1">
            <a:spLocks/>
          </p:cNvSpPr>
          <p:nvPr/>
        </p:nvSpPr>
        <p:spPr>
          <a:xfrm>
            <a:off x="4723977" y="3218607"/>
            <a:ext cx="131903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Default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text colours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6F9FB28-DD36-CD66-4F6C-6ECF5833CF06}"/>
              </a:ext>
            </a:extLst>
          </p:cNvPr>
          <p:cNvSpPr txBox="1">
            <a:spLocks/>
          </p:cNvSpPr>
          <p:nvPr/>
        </p:nvSpPr>
        <p:spPr>
          <a:xfrm>
            <a:off x="8406381" y="3218607"/>
            <a:ext cx="2520000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145AFD1-1A2B-BDBA-675C-C4E2E0D0C654}"/>
              </a:ext>
            </a:extLst>
          </p:cNvPr>
          <p:cNvGrpSpPr/>
          <p:nvPr/>
        </p:nvGrpSpPr>
        <p:grpSpPr>
          <a:xfrm>
            <a:off x="7589112" y="2885608"/>
            <a:ext cx="4159413" cy="217375"/>
            <a:chOff x="4697470" y="3209372"/>
            <a:chExt cx="433615" cy="163031"/>
          </a:xfrm>
        </p:grpSpPr>
        <p:cxnSp>
          <p:nvCxnSpPr>
            <p:cNvPr id="16" name="Gerader Verbinder 50">
              <a:extLst>
                <a:ext uri="{FF2B5EF4-FFF2-40B4-BE49-F238E27FC236}">
                  <a16:creationId xmlns:a16="http://schemas.microsoft.com/office/drawing/2014/main" id="{B5796AB1-0417-5A31-3E74-378D8F723F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55">
              <a:extLst>
                <a:ext uri="{FF2B5EF4-FFF2-40B4-BE49-F238E27FC236}">
                  <a16:creationId xmlns:a16="http://schemas.microsoft.com/office/drawing/2014/main" id="{62367B8C-6F81-F970-D1D7-9026EE55C27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036F5C-40DF-245B-2FCD-CDDC9AD1326A}"/>
              </a:ext>
            </a:extLst>
          </p:cNvPr>
          <p:cNvGrpSpPr/>
          <p:nvPr/>
        </p:nvGrpSpPr>
        <p:grpSpPr>
          <a:xfrm>
            <a:off x="4718717" y="5661456"/>
            <a:ext cx="2770131" cy="217375"/>
            <a:chOff x="4697470" y="3209372"/>
            <a:chExt cx="433615" cy="163031"/>
          </a:xfrm>
        </p:grpSpPr>
        <p:cxnSp>
          <p:nvCxnSpPr>
            <p:cNvPr id="21" name="Gerader Verbinder 50">
              <a:extLst>
                <a:ext uri="{FF2B5EF4-FFF2-40B4-BE49-F238E27FC236}">
                  <a16:creationId xmlns:a16="http://schemas.microsoft.com/office/drawing/2014/main" id="{27EE15C5-866E-FEA7-BBB4-8262523843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55">
              <a:extLst>
                <a:ext uri="{FF2B5EF4-FFF2-40B4-BE49-F238E27FC236}">
                  <a16:creationId xmlns:a16="http://schemas.microsoft.com/office/drawing/2014/main" id="{EF5CBFAA-4917-9B46-C074-3E9F2A7CB69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C202630-7313-0A0D-AA0A-44CAB0F617DB}"/>
              </a:ext>
            </a:extLst>
          </p:cNvPr>
          <p:cNvSpPr txBox="1">
            <a:spLocks/>
          </p:cNvSpPr>
          <p:nvPr/>
        </p:nvSpPr>
        <p:spPr>
          <a:xfrm>
            <a:off x="4737229" y="5994455"/>
            <a:ext cx="275162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410D9C1D-EE54-587E-C248-FFD4768EC955}"/>
              </a:ext>
            </a:extLst>
          </p:cNvPr>
          <p:cNvSpPr/>
          <p:nvPr/>
        </p:nvSpPr>
        <p:spPr>
          <a:xfrm>
            <a:off x="8305389" y="426853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61434C17-6C71-1C53-AF95-ED465F241650}"/>
              </a:ext>
            </a:extLst>
          </p:cNvPr>
          <p:cNvSpPr/>
          <p:nvPr/>
        </p:nvSpPr>
        <p:spPr>
          <a:xfrm>
            <a:off x="7589106" y="426853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305855F0-B05A-C770-32B9-EEA1771CCE59}"/>
              </a:ext>
            </a:extLst>
          </p:cNvPr>
          <p:cNvSpPr/>
          <p:nvPr/>
        </p:nvSpPr>
        <p:spPr>
          <a:xfrm>
            <a:off x="8305389" y="493114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2D6057A9-B527-AC86-688D-F5142D6AC99E}"/>
              </a:ext>
            </a:extLst>
          </p:cNvPr>
          <p:cNvSpPr/>
          <p:nvPr/>
        </p:nvSpPr>
        <p:spPr>
          <a:xfrm>
            <a:off x="7589106" y="493114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F47FB4-78BD-7901-6A97-EF2C8E1600AE}"/>
              </a:ext>
            </a:extLst>
          </p:cNvPr>
          <p:cNvGrpSpPr/>
          <p:nvPr/>
        </p:nvGrpSpPr>
        <p:grpSpPr>
          <a:xfrm>
            <a:off x="9015202" y="5661456"/>
            <a:ext cx="2770131" cy="217375"/>
            <a:chOff x="4697470" y="3209372"/>
            <a:chExt cx="433615" cy="163031"/>
          </a:xfrm>
        </p:grpSpPr>
        <p:cxnSp>
          <p:nvCxnSpPr>
            <p:cNvPr id="31" name="Gerader Verbinder 50">
              <a:extLst>
                <a:ext uri="{FF2B5EF4-FFF2-40B4-BE49-F238E27FC236}">
                  <a16:creationId xmlns:a16="http://schemas.microsoft.com/office/drawing/2014/main" id="{77A85FCE-E228-EDBF-29D6-6EBD87604C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55">
              <a:extLst>
                <a:ext uri="{FF2B5EF4-FFF2-40B4-BE49-F238E27FC236}">
                  <a16:creationId xmlns:a16="http://schemas.microsoft.com/office/drawing/2014/main" id="{849A3294-B797-74D1-3EAB-2E19DFB6B1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8D97B61-61BB-F277-80B9-35F247DDB62B}"/>
              </a:ext>
            </a:extLst>
          </p:cNvPr>
          <p:cNvSpPr txBox="1">
            <a:spLocks/>
          </p:cNvSpPr>
          <p:nvPr/>
        </p:nvSpPr>
        <p:spPr>
          <a:xfrm>
            <a:off x="9033714" y="5994455"/>
            <a:ext cx="275162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</p:spTree>
    <p:extLst>
      <p:ext uri="{BB962C8B-B14F-4D97-AF65-F5344CB8AC3E}">
        <p14:creationId xmlns:p14="http://schemas.microsoft.com/office/powerpoint/2010/main" val="4055775871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CA5C03B5B3648A59C327F9B592BCA" ma:contentTypeVersion="18" ma:contentTypeDescription="Create a new document." ma:contentTypeScope="" ma:versionID="6c18a499376fe99d18d064f593f17266">
  <xsd:schema xmlns:xsd="http://www.w3.org/2001/XMLSchema" xmlns:xs="http://www.w3.org/2001/XMLSchema" xmlns:p="http://schemas.microsoft.com/office/2006/metadata/properties" xmlns:ns2="ab110e31-9a28-463c-b599-9105678ef09e" xmlns:ns3="b416dfb7-f3da-461d-9305-4b76a01efcc1" targetNamespace="http://schemas.microsoft.com/office/2006/metadata/properties" ma:root="true" ma:fieldsID="c0ea90f0bc4730787fb2734bd82545d6" ns2:_="" ns3:_="">
    <xsd:import namespace="ab110e31-9a28-463c-b599-9105678ef09e"/>
    <xsd:import namespace="b416dfb7-f3da-461d-9305-4b76a01efc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10e31-9a28-463c-b599-9105678ef0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c9124cb-9502-46c0-8e39-0e7eaae655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6dfb7-f3da-461d-9305-4b76a01efcc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b86b37b-a08c-44d0-9ed8-25de7933685a}" ma:internalName="TaxCatchAll" ma:showField="CatchAllData" ma:web="b416dfb7-f3da-461d-9305-4b76a01efc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C702D9-9E55-4D09-9269-3B464CFDB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10e31-9a28-463c-b599-9105678ef09e"/>
    <ds:schemaRef ds:uri="b416dfb7-f3da-461d-9305-4b76a01efc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CB484D-016C-43DE-886B-249507DD65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bbv template EN</Template>
  <TotalTime>489</TotalTime>
  <Words>1170</Words>
  <Application>Microsoft Office PowerPoint</Application>
  <PresentationFormat>Widescreen</PresentationFormat>
  <Paragraphs>173</Paragraphs>
  <Slides>36</Slides>
  <Notes>15</Notes>
  <HiddenSlides>9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Wingdings</vt:lpstr>
      <vt:lpstr>bbv template EN</vt:lpstr>
      <vt:lpstr>think-cell Slide</vt:lpstr>
      <vt:lpstr>PowerPoint Presentation</vt:lpstr>
      <vt:lpstr>MILESTONE PREVIEW</vt:lpstr>
      <vt:lpstr>Agenda</vt:lpstr>
      <vt:lpstr>MILESTONE 1: TOP-DOWN APPROACH, DATABASE ANALYSIS &amp; DESIGN</vt:lpstr>
      <vt:lpstr>LEARN TOP-DOWN APPROACH</vt:lpstr>
      <vt:lpstr>DESIGN DATABASE FOR TRELLO</vt:lpstr>
      <vt:lpstr>FIRST VERSION OF LIST ENTITY FOR TRELLO</vt:lpstr>
      <vt:lpstr>VERSION AFTER RECEIVING FEEDBACK</vt:lpstr>
      <vt:lpstr>MILESTONE 2: Learn Critical Thinking &amp; Write SQL Query </vt:lpstr>
      <vt:lpstr>CRITICAL THINKING – BIAS &amp; FALLACY</vt:lpstr>
      <vt:lpstr>ENHANCING CRITICAL THINKING</vt:lpstr>
      <vt:lpstr>Write SQL Query By Screen</vt:lpstr>
      <vt:lpstr>BEFORE AND AFTER RECEIVING FEEDBACK</vt:lpstr>
      <vt:lpstr>LEARN THREE-TIER ARCHITECTURE</vt:lpstr>
      <vt:lpstr>MILESTONE 3: Writing Unit Test &amp; Learn Clean Code Principle  </vt:lpstr>
      <vt:lpstr>WRITING UNIT TEST FOR TRELLO </vt:lpstr>
      <vt:lpstr>REFACTORING PROJECT UNIT TEST </vt:lpstr>
      <vt:lpstr>LEARN CLEAN CODE</vt:lpstr>
      <vt:lpstr>LEARN MVC MODEL</vt:lpstr>
      <vt:lpstr>MILESTONE 4: WRITING CUSTOM FRAMEWORK &amp; OUTDOOR ASSIGNMENT</vt:lpstr>
      <vt:lpstr>WRITING CUSTOM FRAMEWORK</vt:lpstr>
      <vt:lpstr>TALKING WITH FOREIGNER</vt:lpstr>
      <vt:lpstr>MAKE PRESENTATION ABOUT VIETNAM HISTORY AND CULTURE</vt:lpstr>
      <vt:lpstr>SUMMARY</vt:lpstr>
      <vt:lpstr>SUMMARY</vt:lpstr>
      <vt:lpstr>Q&amp;A</vt:lpstr>
      <vt:lpstr>PowerPoint Presentation</vt:lpstr>
      <vt:lpstr>bbv template EN</vt:lpstr>
      <vt:lpstr>bbv Master layouts &amp; slide library</vt:lpstr>
      <vt:lpstr>Transfer of existing slides into the new Master</vt:lpstr>
      <vt:lpstr>Change icon colour</vt:lpstr>
      <vt:lpstr>Insert image into placeholder</vt:lpstr>
      <vt:lpstr>Insert image into mock-up screen (mobile/laptop)</vt:lpstr>
      <vt:lpstr>bbv template EN</vt:lpstr>
      <vt:lpstr>Working area, guides &amp; ruler</vt:lpstr>
      <vt:lpstr>bbv colour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Dao Trong Vo</dc:creator>
  <cp:lastModifiedBy>Quan Phan Hoang Minh</cp:lastModifiedBy>
  <cp:revision>33</cp:revision>
  <dcterms:created xsi:type="dcterms:W3CDTF">2025-07-10T03:51:23Z</dcterms:created>
  <dcterms:modified xsi:type="dcterms:W3CDTF">2025-08-24T17:40:44Z</dcterms:modified>
</cp:coreProperties>
</file>