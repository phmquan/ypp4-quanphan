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320" r:id="rId12"/>
    <p:sldId id="267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207" autoAdjust="0"/>
  </p:normalViewPr>
  <p:slideViewPr>
    <p:cSldViewPr snapToGrid="0">
      <p:cViewPr varScale="1">
        <p:scale>
          <a:sx n="85" d="100"/>
          <a:sy n="85" d="100"/>
        </p:scale>
        <p:origin x="15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suggested templates by Template Category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recently accessed Boards by user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Query all closed boards where user is a member</a:t>
            </a:r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top 10 template categories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  <a:endParaRPr lang="en-US" b="0" dirty="0">
              <a:effectLst/>
            </a:endParaRP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8.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template details and the Board associated with that template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43. Query Comment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44. Query Activities related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45. Get Moved Card Data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 Query current position of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47. Move card to a different list</a:t>
            </a:r>
            <a:endParaRPr dirty="0"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48. Update Card Cover (Color,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Unsplash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Attachment)</a:t>
            </a:r>
            <a:endParaRPr dirty="0"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49.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Label and check Label added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50. Get all Color</a:t>
            </a:r>
            <a:endParaRPr dirty="0"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Card</a:t>
            </a:r>
            <a:endParaRPr dirty="0"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Get all Attachment of a specific Card</a:t>
            </a:r>
            <a:endParaRPr dirty="0"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Board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54. Query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Card.</a:t>
            </a:r>
            <a:endParaRPr dirty="0"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55. Query all Stickers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56. Add Sticker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57. Query Sticker of all Card in specific Board</a:t>
            </a:r>
            <a:endParaRPr dirty="0"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 Get user's recent activities across all accessible boards/workspaces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59. Get recently viewed Board which user is a member</a:t>
            </a:r>
            <a:endParaRPr dirty="0"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60. Get all notification of specific User</a:t>
            </a:r>
            <a:endParaRPr dirty="0"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62. Add Board to Collection</a:t>
            </a:r>
            <a:endParaRPr dirty="0"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64.jp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7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64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3" name="Google Shape;223;g370fc456c4b_0_4"/>
          <p:cNvSpPr txBox="1">
            <a:spLocks noGrp="1"/>
          </p:cNvSpPr>
          <p:nvPr>
            <p:ph type="body" idx="1"/>
          </p:nvPr>
        </p:nvSpPr>
        <p:spPr>
          <a:xfrm>
            <a:off x="2496900" y="1273625"/>
            <a:ext cx="70239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24" name="Google Shape;224;g370fc456c4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825" y="1273625"/>
            <a:ext cx="702406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370fc456c4b_0_4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4256700" y="1528775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stCxn id="225" idx="1"/>
          </p:cNvCxnSpPr>
          <p:nvPr/>
        </p:nvCxnSpPr>
        <p:spPr>
          <a:xfrm flipH="1">
            <a:off x="5654925" y="1528775"/>
            <a:ext cx="1064100" cy="106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g370fc456c4b_0_4"/>
          <p:cNvSpPr/>
          <p:nvPr/>
        </p:nvSpPr>
        <p:spPr>
          <a:xfrm>
            <a:off x="4220925" y="2801900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0" name="Google Shape;230;g370fc456c4b_0_4"/>
          <p:cNvCxnSpPr/>
          <p:nvPr/>
        </p:nvCxnSpPr>
        <p:spPr>
          <a:xfrm flipH="1">
            <a:off x="5665425" y="1681175"/>
            <a:ext cx="1206000" cy="115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endCxn id="226" idx="2"/>
          </p:cNvCxnSpPr>
          <p:nvPr/>
        </p:nvCxnSpPr>
        <p:spPr>
          <a:xfrm rot="10800000">
            <a:off x="3304750" y="4828675"/>
            <a:ext cx="962100" cy="29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4220925" y="5108275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2570475" y="2890850"/>
            <a:ext cx="1532100" cy="241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stCxn id="226" idx="0"/>
            <a:endCxn id="233" idx="2"/>
          </p:cNvCxnSpPr>
          <p:nvPr/>
        </p:nvCxnSpPr>
        <p:spPr>
          <a:xfrm rot="10800000" flipH="1">
            <a:off x="3304750" y="3132775"/>
            <a:ext cx="31800" cy="125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TAB IN TRELLO SYSTEM</a:t>
            </a:r>
            <a:endParaRPr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28" y="1321478"/>
            <a:ext cx="9651249" cy="505859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558600" y="1327125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367525" y="1994552"/>
            <a:ext cx="971400" cy="1223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2006200" y="1765425"/>
            <a:ext cx="612300" cy="38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34150" y="3855700"/>
            <a:ext cx="2181600" cy="2354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/>
          <p:nvPr/>
        </p:nvCxnSpPr>
        <p:spPr>
          <a:xfrm flipH="1">
            <a:off x="6755225" y="3557525"/>
            <a:ext cx="195300" cy="205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5792225" y="3855700"/>
            <a:ext cx="2248200" cy="2436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1246350" y="2146950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endCxn id="245" idx="0"/>
          </p:cNvCxnSpPr>
          <p:nvPr/>
        </p:nvCxnSpPr>
        <p:spPr>
          <a:xfrm>
            <a:off x="2908225" y="1773152"/>
            <a:ext cx="945000" cy="2214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811" y="1223049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8" name="Google Shape;488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24" name="Google Shape;624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3869204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37" name="Google Shape;837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38" name="Google Shape;838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39" name="Google Shape;839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0" name="Google Shape;840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42" name="Google Shape;842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3" name="Google Shape;843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4" name="Google Shape;844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5" name="Google Shape;845;g370f527ffbd_3_7"/>
          <p:cNvCxnSpPr>
            <a:endCxn id="841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</TotalTime>
  <Words>1590</Words>
  <Application>Microsoft Office PowerPoint</Application>
  <PresentationFormat>Widescreen</PresentationFormat>
  <Paragraphs>341</Paragraphs>
  <Slides>57</Slides>
  <Notes>57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38</cp:revision>
  <dcterms:created xsi:type="dcterms:W3CDTF">2025-07-10T03:51:23Z</dcterms:created>
  <dcterms:modified xsi:type="dcterms:W3CDTF">2025-07-29T03:13:28Z</dcterms:modified>
</cp:coreProperties>
</file>