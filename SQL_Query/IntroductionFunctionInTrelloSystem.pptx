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320" r:id="rId12"/>
    <p:sldId id="267" r:id="rId13"/>
    <p:sldId id="270" r:id="rId14"/>
    <p:sldId id="271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1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4" r:id="rId55"/>
    <p:sldId id="315" r:id="rId56"/>
    <p:sldId id="316" r:id="rId57"/>
    <p:sldId id="317" r:id="rId58"/>
    <p:sldId id="318" r:id="rId59"/>
    <p:sldId id="319" r:id="rId6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9" roundtripDataSignature="AMtx7mikRkjFzxOwHA8WAHOV29/jFXnz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5207" autoAdjust="0"/>
  </p:normalViewPr>
  <p:slideViewPr>
    <p:cSldViewPr snapToGrid="0">
      <p:cViewPr varScale="1">
        <p:scale>
          <a:sx n="60" d="100"/>
          <a:sy n="60" d="100"/>
        </p:scale>
        <p:origin x="78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9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suggested templates by Template Category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recently accessed Boards by user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Member. For each workspace, get all Boards where User is also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5.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Query all closed boards where user is a member</a:t>
            </a:r>
            <a:endParaRPr lang="en-US" b="0" dirty="0">
              <a:effectLst/>
            </a:endParaRP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top 10 template categories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7.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New and notable templates</a:t>
            </a:r>
            <a:endParaRPr lang="en-US" b="0" dirty="0">
              <a:effectLst/>
            </a:endParaRPr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8.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template details and the Board associated with that template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9.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Insert data into Workspaces</a:t>
            </a:r>
            <a:endParaRPr dirty="0"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10.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Workspace Name,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='visibility'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related to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</a:t>
            </a:r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4 suggested Boards by Template Category Type with status as Template</a:t>
            </a:r>
            <a:endParaRPr lang="vi-VN" b="0" dirty="0">
              <a:effectLst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"Your boards" section: Get Boards belonging to Workspace where User is also a Member of the Board</a:t>
            </a:r>
            <a:endParaRPr lang="vi-VN" b="0" dirty="0">
              <a:effectLst/>
            </a:endParaRPr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Members in Workspace, number of Boards in Workspace that Member participates in and corresponding permissions in Workspace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 and status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15.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Status of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16. Query Members of Boards belonging to Workspace, but Members who are not part of the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4140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11d298ec9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711d298ec9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17. Add Member to Board with Permission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18. Create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 with Permission (Each Board has only 1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19. Update Status and Permission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20. Get all Members of Board and their Permissions</a:t>
            </a:r>
            <a:endParaRPr dirty="0"/>
          </a:p>
        </p:txBody>
      </p:sp>
      <p:sp>
        <p:nvSpPr>
          <p:cNvPr id="333" name="Google Shape;333;g3711d298ec9_0_1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Workspace</a:t>
            </a:r>
            <a:endParaRPr dirty="0"/>
          </a:p>
        </p:txBody>
      </p:sp>
      <p:sp>
        <p:nvSpPr>
          <p:cNvPr id="388" name="Google Shape;388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='permission.*'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corresponding to Board</a:t>
            </a:r>
          </a:p>
        </p:txBody>
      </p:sp>
      <p:sp>
        <p:nvSpPr>
          <p:cNvPr id="423" name="Google Shape;423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how many Boards in Workspace have Power-Ups added</a:t>
            </a:r>
            <a:endParaRPr dirty="0"/>
          </a:p>
        </p:txBody>
      </p:sp>
      <p:sp>
        <p:nvSpPr>
          <p:cNvPr id="446" name="Google Shape;446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Power-Up details</a:t>
            </a:r>
            <a:endParaRPr/>
          </a:p>
        </p:txBody>
      </p:sp>
      <p:sp>
        <p:nvSpPr>
          <p:cNvPr id="457" name="Google Shape;457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28. Get Billing Plan</a:t>
            </a:r>
            <a:endParaRPr dirty="0"/>
          </a:p>
        </p:txBody>
      </p:sp>
      <p:sp>
        <p:nvSpPr>
          <p:cNvPr id="484" name="Google Shape;484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29. Get Subscription of specific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PaymentInformation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BillingContact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Information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32. Change Additional invoice details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33. Query Billing history from Subscription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95" name="Google Shape;495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8" name="Google Shape;518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3" name="Google Shape;543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34. Create Export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35. Query Export from specific Workspace</a:t>
            </a:r>
            <a:endParaRPr dirty="0"/>
          </a:p>
        </p:txBody>
      </p:sp>
      <p:sp>
        <p:nvSpPr>
          <p:cNvPr id="551" name="Google Shape;551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36. Query Username and Bio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37. Update Username and Bio</a:t>
            </a:r>
            <a:endParaRPr dirty="0"/>
          </a:p>
        </p:txBody>
      </p:sp>
      <p:sp>
        <p:nvSpPr>
          <p:cNvPr id="562" name="Google Shape;562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38. Create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39. Create Stage in Board</a:t>
            </a:r>
            <a:endParaRPr dirty="0"/>
          </a:p>
        </p:txBody>
      </p:sp>
      <p:sp>
        <p:nvSpPr>
          <p:cNvPr id="575" name="Google Shape;575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40. Update Stage Position</a:t>
            </a:r>
            <a:endParaRPr dirty="0"/>
          </a:p>
        </p:txBody>
      </p:sp>
      <p:sp>
        <p:nvSpPr>
          <p:cNvPr id="592" name="Google Shape;592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41. Query all card in Stage</a:t>
            </a:r>
            <a:endParaRPr dirty="0"/>
          </a:p>
        </p:txBody>
      </p:sp>
      <p:sp>
        <p:nvSpPr>
          <p:cNvPr id="603" name="Google Shape;603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42. Query Card Detail</a:t>
            </a:r>
            <a:endParaRPr dirty="0"/>
          </a:p>
        </p:txBody>
      </p:sp>
      <p:sp>
        <p:nvSpPr>
          <p:cNvPr id="621" name="Google Shape;621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8" name="Google Shape;678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0" name="Google Shape;700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7" name="Google Shape;727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36f5cd5a2ba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9" name="Google Shape;739;g36f5cd5a2ba_2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0" name="Google Shape;740;g36f5cd5a2ba_2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36f876ad1a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g36f876ad1a4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5" name="Google Shape;755;g36f876ad1a4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8" name="Google Shape;768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9" name="Google Shape;769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0" name="Google Shape;800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9" name="Google Shape;809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3" name="Google Shape;833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9" name="Google Shape;849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9" name="Google Shape;869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6" name="Google Shape;89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6" name="Google Shape;9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7" name="Google Shape;90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9" name="Google Shape;91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0" name="Google Shape;95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1" name="Google Shape;98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5" name="Google Shape;100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1" name="Google Shape;107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3" name="Google Shape;111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1" name="Google Shape;1121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58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5" name="Google Shape;1155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6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68.jp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81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68.jp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3" name="Google Shape;223;g370fc456c4b_0_4"/>
          <p:cNvSpPr txBox="1">
            <a:spLocks noGrp="1"/>
          </p:cNvSpPr>
          <p:nvPr>
            <p:ph type="body" idx="1"/>
          </p:nvPr>
        </p:nvSpPr>
        <p:spPr>
          <a:xfrm>
            <a:off x="2496900" y="1273625"/>
            <a:ext cx="70239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24" name="Google Shape;224;g370fc456c4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6825" y="1273625"/>
            <a:ext cx="702406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g370fc456c4b_0_4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4256700" y="1528775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stCxn id="225" idx="1"/>
          </p:cNvCxnSpPr>
          <p:nvPr/>
        </p:nvCxnSpPr>
        <p:spPr>
          <a:xfrm flipH="1">
            <a:off x="5654925" y="1528775"/>
            <a:ext cx="1064100" cy="106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Google Shape;229;g370fc456c4b_0_4"/>
          <p:cNvSpPr/>
          <p:nvPr/>
        </p:nvSpPr>
        <p:spPr>
          <a:xfrm>
            <a:off x="4220925" y="2801900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0" name="Google Shape;230;g370fc456c4b_0_4"/>
          <p:cNvCxnSpPr/>
          <p:nvPr/>
        </p:nvCxnSpPr>
        <p:spPr>
          <a:xfrm flipH="1">
            <a:off x="5665425" y="1681175"/>
            <a:ext cx="1206000" cy="115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endCxn id="226" idx="2"/>
          </p:cNvCxnSpPr>
          <p:nvPr/>
        </p:nvCxnSpPr>
        <p:spPr>
          <a:xfrm rot="10800000">
            <a:off x="3304750" y="4828675"/>
            <a:ext cx="962100" cy="29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4220925" y="5108275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2570475" y="2890850"/>
            <a:ext cx="1532100" cy="241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stCxn id="226" idx="0"/>
            <a:endCxn id="233" idx="2"/>
          </p:cNvCxnSpPr>
          <p:nvPr/>
        </p:nvCxnSpPr>
        <p:spPr>
          <a:xfrm rot="10800000" flipH="1">
            <a:off x="3304750" y="3132775"/>
            <a:ext cx="31800" cy="125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TAB IN TRELLO SYSTEM</a:t>
            </a:r>
            <a:endParaRPr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28" y="1321478"/>
            <a:ext cx="9651249" cy="505859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558600" y="1327125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367525" y="1994552"/>
            <a:ext cx="971400" cy="1223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2006200" y="1765425"/>
            <a:ext cx="612300" cy="38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34150" y="3855700"/>
            <a:ext cx="2181600" cy="2354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/>
          <p:nvPr/>
        </p:nvCxnSpPr>
        <p:spPr>
          <a:xfrm flipH="1">
            <a:off x="6755225" y="3557525"/>
            <a:ext cx="195300" cy="205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5792225" y="3855700"/>
            <a:ext cx="2248200" cy="2436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1246350" y="2146950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endCxn id="245" idx="0"/>
          </p:cNvCxnSpPr>
          <p:nvPr/>
        </p:nvCxnSpPr>
        <p:spPr>
          <a:xfrm>
            <a:off x="2908225" y="1773152"/>
            <a:ext cx="945000" cy="2214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10" name="Google Shape;31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11" name="Google Shape;31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665500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19" name="Google Shape;319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0" name="Google Shape;320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22" name="Google Shape;322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10074" y="137587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24" name="Google Shape;324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5" name="Google Shape;325;g370f527ffbd_1_12"/>
          <p:cNvCxnSpPr>
            <a:endCxn id="323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6" name="Google Shape;326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7" name="Google Shape;327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29" name="Google Shape;329;g370f527ffbd_1_12"/>
          <p:cNvCxnSpPr>
            <a:endCxn id="328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pic>
        <p:nvPicPr>
          <p:cNvPr id="1026" name="Picture 2" descr="https://lh7-rt.googleusercontent.com/slidesz/AGV_vUdyvCMqoaHIv-P_ZjeyNGv6eUeQyaIYblXqFBgpH_c9-96epzHn3p8OfTK6aYiPy-xnfqaXkCGDMhh2fw7JOn16zfZcd3aqBXHDyDCjBCOlpb6KG9HzK2_169jAcsXR5j1z-cqyBx3DQ-tom2h7vg=s2048?key=AOcUDucPNNEPgcnOTKM4TQ">
            <a:extLst>
              <a:ext uri="{FF2B5EF4-FFF2-40B4-BE49-F238E27FC236}">
                <a16:creationId xmlns:a16="http://schemas.microsoft.com/office/drawing/2014/main" id="{69A02EF4-42E8-42B4-9F30-F00297961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1098000"/>
            <a:ext cx="11487150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lh7-rt.googleusercontent.com/slidesz/AGV_vUesB3SVFF4ib2C3vBtI5Oa9RYduT-uzmHRmzK9x4zRTxL25_TO2TA48bfPxylqsRWouDBMfTuMLCZTpMWD2OaRfb2cLL426ediCNeP8-6zjTHhL5u4mxFrYD7Bgg0BEIu0YYqRJOf-ZVYNyQ2TXBA=s2048?key=AOcUDucPNNEPgcnOTKM4TQ">
            <a:extLst>
              <a:ext uri="{FF2B5EF4-FFF2-40B4-BE49-F238E27FC236}">
                <a16:creationId xmlns:a16="http://schemas.microsoft.com/office/drawing/2014/main" id="{7FA74A36-397D-442D-9F75-811F4FD06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3915527"/>
            <a:ext cx="11256861" cy="2517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0211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g3711d298ec9_0_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1" y="900199"/>
            <a:ext cx="10146875" cy="5931488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g3711d298ec9_0_1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37" name="Google Shape;337;g3711d298ec9_0_119"/>
          <p:cNvSpPr txBox="1"/>
          <p:nvPr/>
        </p:nvSpPr>
        <p:spPr>
          <a:xfrm>
            <a:off x="5914800" y="377980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11d298ec9_0_119"/>
          <p:cNvCxnSpPr/>
          <p:nvPr/>
        </p:nvCxnSpPr>
        <p:spPr>
          <a:xfrm rot="10800000" flipH="1">
            <a:off x="4762500" y="4233475"/>
            <a:ext cx="1152300" cy="623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11d298ec9_0_119"/>
          <p:cNvSpPr/>
          <p:nvPr/>
        </p:nvSpPr>
        <p:spPr>
          <a:xfrm>
            <a:off x="1011300" y="4824775"/>
            <a:ext cx="3798000" cy="655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0" name="Google Shape;340;g3711d298ec9_0_119"/>
          <p:cNvSpPr/>
          <p:nvPr/>
        </p:nvSpPr>
        <p:spPr>
          <a:xfrm>
            <a:off x="8529050" y="4931375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1" name="Google Shape;341;g3711d298ec9_0_119"/>
          <p:cNvSpPr txBox="1"/>
          <p:nvPr/>
        </p:nvSpPr>
        <p:spPr>
          <a:xfrm>
            <a:off x="7499700" y="43141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2" name="Google Shape;342;g3711d298ec9_0_119"/>
          <p:cNvCxnSpPr>
            <a:endCxn id="340" idx="0"/>
          </p:cNvCxnSpPr>
          <p:nvPr/>
        </p:nvCxnSpPr>
        <p:spPr>
          <a:xfrm>
            <a:off x="8705600" y="4712675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3" name="Google Shape;343;g3711d298ec9_0_119"/>
          <p:cNvSpPr txBox="1"/>
          <p:nvPr/>
        </p:nvSpPr>
        <p:spPr>
          <a:xfrm>
            <a:off x="6972350" y="26434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4" name="Google Shape;344;g3711d298ec9_0_119"/>
          <p:cNvCxnSpPr>
            <a:stCxn id="343" idx="1"/>
          </p:cNvCxnSpPr>
          <p:nvPr/>
        </p:nvCxnSpPr>
        <p:spPr>
          <a:xfrm flipH="1">
            <a:off x="6338150" y="2874325"/>
            <a:ext cx="634200" cy="28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5" name="Google Shape;345;g3711d298ec9_0_119"/>
          <p:cNvSpPr/>
          <p:nvPr/>
        </p:nvSpPr>
        <p:spPr>
          <a:xfrm>
            <a:off x="950150" y="3145575"/>
            <a:ext cx="5352900" cy="6231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84" name="Google Shape;384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100" y="1223050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392" name="Google Shape;392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93" name="Google Shape;393;g370f527ffbd_1_42"/>
          <p:cNvCxnSpPr>
            <a:endCxn id="392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4" name="Google Shape;394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95" name="Google Shape;395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96" name="Google Shape;396;g370f527ffbd_1_42"/>
          <p:cNvCxnSpPr>
            <a:stCxn id="395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7" name="Google Shape;397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398" name="Google Shape;398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00" name="Google Shape;400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1" name="Google Shape;401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2" name="Google Shape;402;g370f527ffbd_1_42"/>
          <p:cNvCxnSpPr>
            <a:endCxn id="400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g370f527ffbd_1_42"/>
          <p:cNvCxnSpPr>
            <a:endCxn id="401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27" name="Google Shape;427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8" name="Google Shape;428;g3711d298ec9_1_52"/>
          <p:cNvCxnSpPr>
            <a:stCxn id="429" idx="1"/>
            <a:endCxn id="427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0" name="Google Shape;430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31" name="Google Shape;431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2" name="Google Shape;432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3" name="Google Shape;433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9" name="Google Shape;429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34" name="Google Shape;434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5" name="Google Shape;435;g3711d298ec9_1_52"/>
          <p:cNvCxnSpPr>
            <a:endCxn id="430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Google Shape;441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7" y="1235621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49" name="Google Shape;449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50" name="Google Shape;450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4450"/>
            <a:ext cx="10109868" cy="487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52" name="Google Shape;452;g3711d298ec9_1_0"/>
          <p:cNvCxnSpPr>
            <a:stCxn id="453" idx="3"/>
            <a:endCxn id="451" idx="1"/>
          </p:cNvCxnSpPr>
          <p:nvPr/>
        </p:nvCxnSpPr>
        <p:spPr>
          <a:xfrm rot="10800000" flipH="1">
            <a:off x="3490200" y="1997463"/>
            <a:ext cx="981300" cy="942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3" name="Google Shape;453;g3711d298ec9_1_0"/>
          <p:cNvSpPr/>
          <p:nvPr/>
        </p:nvSpPr>
        <p:spPr>
          <a:xfrm>
            <a:off x="2643900" y="19625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Google Shape;459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1" name="Google Shape;461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2" name="Google Shape;462;g3711d298ec9_0_60"/>
          <p:cNvCxnSpPr>
            <a:stCxn id="463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3" name="Google Shape;463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5" name="Google Shape;465;g3711d298ec9_0_60"/>
          <p:cNvCxnSpPr>
            <a:stCxn id="464" idx="3"/>
            <a:endCxn id="461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6" name="Google Shape;466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7" name="Google Shape;467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68" name="Google Shape;468;g3711d298ec9_0_60"/>
          <p:cNvCxnSpPr>
            <a:endCxn id="466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70" name="Google Shape;470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1" name="Google Shape;471;g3711d298ec9_0_60"/>
          <p:cNvCxnSpPr>
            <a:stCxn id="469" idx="0"/>
            <a:endCxn id="470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2" name="Google Shape;472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79" name="Google Shape;479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80" name="Google Shape;480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88" name="Google Shape;488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489" name="Google Shape;489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90" name="Google Shape;490;g370f527ffbd_1_54"/>
          <p:cNvCxnSpPr>
            <a:endCxn id="489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0" name="Google Shape;500;g3711d298ec9_0_43"/>
          <p:cNvCxnSpPr>
            <a:endCxn id="499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1" name="Google Shape;501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2" name="Google Shape;502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3" name="Google Shape;503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04" name="Google Shape;504;g3711d298ec9_0_43"/>
          <p:cNvCxnSpPr>
            <a:stCxn id="503" idx="3"/>
            <a:endCxn id="502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1" name="Google Shape;521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3" name="Google Shape;523;g37121c272f6_0_0"/>
          <p:cNvCxnSpPr>
            <a:endCxn id="522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4" name="Google Shape;524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5" name="Google Shape;525;g37121c272f6_0_0"/>
          <p:cNvCxnSpPr>
            <a:endCxn id="526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6" name="Google Shape;526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7" name="Google Shape;527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8" name="Google Shape;528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9" name="Google Shape;529;g37121c272f6_0_0"/>
          <p:cNvCxnSpPr>
            <a:stCxn id="528" idx="3"/>
            <a:endCxn id="527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0" name="Google Shape;530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47" name="Google Shape;547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54" name="Google Shape;554;g3711d298ec9_1_23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55" name="Google Shape;555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57" name="Google Shape;557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8" name="Google Shape;558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4" name="Google Shape;564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66" name="Google Shape;566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7" name="Google Shape;567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8" name="Google Shape;568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69" name="Google Shape;569;g3711d298ec9_0_0"/>
          <p:cNvCxnSpPr>
            <a:stCxn id="566" idx="1"/>
            <a:endCxn id="568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0" name="Google Shape;570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71" name="Google Shape;571;g3711d298ec9_0_0"/>
          <p:cNvCxnSpPr>
            <a:stCxn id="567" idx="0"/>
            <a:endCxn id="570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78" name="Google Shape;578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79" name="Google Shape;579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2" name="Google Shape;582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3" name="Google Shape;583;g36f5cd5a2ba_0_30"/>
          <p:cNvCxnSpPr>
            <a:endCxn id="581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4" name="Google Shape;584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5" name="Google Shape;585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6" name="Google Shape;586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7" name="Google Shape;587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8" name="Google Shape;588;g36f5cd5a2ba_0_30"/>
          <p:cNvCxnSpPr>
            <a:endCxn id="586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595" name="Google Shape;595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6" name="Google Shape;596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6f5cd5a2ba_2_13"/>
          <p:cNvSpPr txBox="1"/>
          <p:nvPr/>
        </p:nvSpPr>
        <p:spPr>
          <a:xfrm>
            <a:off x="5104175" y="1759625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10" name="Google Shape;610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1" name="Google Shape;611;g36f5cd5a2ba_2_13"/>
          <p:cNvCxnSpPr>
            <a:stCxn id="609" idx="1"/>
            <a:endCxn id="610" idx="3"/>
          </p:cNvCxnSpPr>
          <p:nvPr/>
        </p:nvCxnSpPr>
        <p:spPr>
          <a:xfrm rot="10800000">
            <a:off x="2683750" y="2289025"/>
            <a:ext cx="909000" cy="17064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3" name="Google Shape;613;g36f5cd5a2ba_2_13"/>
          <p:cNvCxnSpPr>
            <a:stCxn id="609" idx="1"/>
            <a:endCxn id="612" idx="3"/>
          </p:cNvCxnSpPr>
          <p:nvPr/>
        </p:nvCxnSpPr>
        <p:spPr>
          <a:xfrm rot="10800000">
            <a:off x="2676250" y="3053725"/>
            <a:ext cx="916500" cy="941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4" name="Google Shape;614;g36f5cd5a2ba_2_13"/>
          <p:cNvCxnSpPr/>
          <p:nvPr/>
        </p:nvCxnSpPr>
        <p:spPr>
          <a:xfrm rot="10800000">
            <a:off x="2755450" y="3526825"/>
            <a:ext cx="989700" cy="621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5" name="Google Shape;615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6" name="Google Shape;616;g36f5cd5a2ba_2_13"/>
          <p:cNvCxnSpPr>
            <a:stCxn id="608" idx="1"/>
          </p:cNvCxnSpPr>
          <p:nvPr/>
        </p:nvCxnSpPr>
        <p:spPr>
          <a:xfrm rot="10800000">
            <a:off x="2827475" y="1552475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7" name="Google Shape;617;g36f5cd5a2ba_2_13"/>
          <p:cNvSpPr/>
          <p:nvPr/>
        </p:nvSpPr>
        <p:spPr>
          <a:xfrm>
            <a:off x="359875" y="12646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24" name="Google Shape;624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25" name="Google Shape;625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g36f5cd5a2ba_2_21"/>
          <p:cNvSpPr txBox="1"/>
          <p:nvPr/>
        </p:nvSpPr>
        <p:spPr>
          <a:xfrm>
            <a:off x="2624425" y="1297925"/>
            <a:ext cx="237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CardAssignMember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7" name="Google Shape;627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28" name="Google Shape;628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9" name="Google Shape;629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0" name="Google Shape;630;g36f5cd5a2ba_2_21"/>
          <p:cNvCxnSpPr>
            <a:endCxn id="631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2" name="Google Shape;632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3" name="Google Shape;633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4" name="Google Shape;634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5" name="Google Shape;635;g36f5cd5a2ba_2_21"/>
          <p:cNvCxnSpPr>
            <a:endCxn id="632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" name="Google Shape;636;g36f5cd5a2ba_2_21"/>
          <p:cNvCxnSpPr>
            <a:endCxn id="633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7" name="Google Shape;637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38" name="Google Shape;638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9" name="Google Shape;639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0" name="Google Shape;640;g36f5cd5a2ba_2_21"/>
          <p:cNvCxnSpPr>
            <a:stCxn id="639" idx="3"/>
            <a:endCxn id="638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47" name="Google Shape;647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48" name="Google Shape;648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49" name="Google Shape;649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Comment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1" name="Google Shape;651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2" name="Google Shape;652;g370f527ffbd_3_63"/>
          <p:cNvCxnSpPr>
            <a:endCxn id="651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4" name="Google Shape;654;g370f527ffbd_3_63"/>
          <p:cNvCxnSpPr>
            <a:stCxn id="653" idx="3"/>
            <a:endCxn id="649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61" name="Google Shape;661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62" name="Google Shape;662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4" name="Google Shape;664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77"/>
          <p:cNvCxnSpPr>
            <a:stCxn id="663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6" name="Google Shape;666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67" name="Google Shape;667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68" name="Google Shape;668;g370f527ffbd_3_77"/>
          <p:cNvCxnSpPr>
            <a:endCxn id="666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0" name="Google Shape;670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1" name="Google Shape;671;g370f527ffbd_3_77"/>
          <p:cNvCxnSpPr>
            <a:stCxn id="670" idx="3"/>
            <a:endCxn id="669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2" name="Google Shape;672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3" name="Google Shape;673;g370f527ffbd_3_77"/>
          <p:cNvCxnSpPr>
            <a:stCxn id="672" idx="3"/>
            <a:endCxn id="674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81" name="Google Shape;681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82" name="Google Shape;682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3" name="Google Shape;683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84" name="Google Shape;684;g36f5cd5a2ba_2_68"/>
          <p:cNvCxnSpPr>
            <a:endCxn id="685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6" name="Google Shape;686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87" name="Google Shape;687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88" name="Google Shape;688;g36f5cd5a2ba_2_68"/>
          <p:cNvCxnSpPr>
            <a:stCxn id="689" idx="1"/>
            <a:endCxn id="687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9" name="Google Shape;689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696" name="Google Shape;696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702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04" name="Google Shape;704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4104050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5" name="Google Shape;705;g36f5cd5a2ba_2_78"/>
          <p:cNvCxnSpPr>
            <a:stCxn id="706" idx="1"/>
            <a:endCxn id="707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8" name="Google Shape;708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6" name="Google Shape;706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7" name="Google Shape;707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09" name="Google Shape;709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10" name="Google Shape;710;g36f5cd5a2ba_2_78"/>
          <p:cNvCxnSpPr>
            <a:stCxn id="706" idx="1"/>
            <a:endCxn id="709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1" name="Google Shape;711;g36f5cd5a2ba_2_78"/>
          <p:cNvCxnSpPr>
            <a:stCxn id="708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2" name="Google Shape;712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13" name="Google Shape;713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14" name="Google Shape;714;g36f5cd5a2ba_2_78"/>
          <p:cNvCxnSpPr>
            <a:stCxn id="713" idx="1"/>
            <a:endCxn id="712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5" name="Google Shape;715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22" name="Google Shape;722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23" name="Google Shape;723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30" name="Google Shape;730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31" name="Google Shape;731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2" name="Google Shape;732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33" name="Google Shape;733;g36f5cd5a2ba_2_51"/>
          <p:cNvCxnSpPr>
            <a:endCxn id="734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4" name="Google Shape;734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35" name="Google Shape;735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36" name="Google Shape;736;g36f5cd5a2ba_2_51"/>
          <p:cNvCxnSpPr>
            <a:stCxn id="732" idx="1"/>
            <a:endCxn id="735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g36f5cd5a2ba_2_5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43" name="Google Shape;743;g36f5cd5a2ba_2_59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44" name="Google Shape;744;g36f5cd5a2ba_2_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7" y="1273625"/>
            <a:ext cx="30829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5" name="Google Shape;745;g36f5cd5a2ba_2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5649" y="1273625"/>
            <a:ext cx="3597803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6" name="Google Shape;746;g36f5cd5a2ba_2_59"/>
          <p:cNvSpPr txBox="1"/>
          <p:nvPr/>
        </p:nvSpPr>
        <p:spPr>
          <a:xfrm>
            <a:off x="3603750" y="16363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47" name="Google Shape;747;g36f5cd5a2ba_2_59"/>
          <p:cNvCxnSpPr>
            <a:endCxn id="748" idx="3"/>
          </p:cNvCxnSpPr>
          <p:nvPr/>
        </p:nvCxnSpPr>
        <p:spPr>
          <a:xfrm rot="10800000">
            <a:off x="3339000" y="512955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8" name="Google Shape;748;g36f5cd5a2ba_2_59"/>
          <p:cNvSpPr/>
          <p:nvPr/>
        </p:nvSpPr>
        <p:spPr>
          <a:xfrm>
            <a:off x="485100" y="4820700"/>
            <a:ext cx="2853900" cy="61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49" name="Google Shape;749;g36f5cd5a2ba_2_59"/>
          <p:cNvSpPr/>
          <p:nvPr/>
        </p:nvSpPr>
        <p:spPr>
          <a:xfrm>
            <a:off x="5154200" y="2157425"/>
            <a:ext cx="3182700" cy="751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50" name="Google Shape;750;g36f5cd5a2ba_2_59"/>
          <p:cNvSpPr txBox="1"/>
          <p:nvPr/>
        </p:nvSpPr>
        <p:spPr>
          <a:xfrm>
            <a:off x="3603738" y="58558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Comment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51" name="Google Shape;751;g36f5cd5a2ba_2_59"/>
          <p:cNvCxnSpPr>
            <a:stCxn id="749" idx="1"/>
          </p:cNvCxnSpPr>
          <p:nvPr/>
        </p:nvCxnSpPr>
        <p:spPr>
          <a:xfrm rot="10800000">
            <a:off x="4250600" y="1915325"/>
            <a:ext cx="903600" cy="617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7" name="Google Shape;757;g36f876ad1a4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52800" y="1273625"/>
            <a:ext cx="487153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8" name="Google Shape;758;g36f876ad1a4_0_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6" y="1273625"/>
            <a:ext cx="471947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g36f876ad1a4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60" name="Google Shape;760;g36f876ad1a4_0_22"/>
          <p:cNvSpPr txBox="1"/>
          <p:nvPr/>
        </p:nvSpPr>
        <p:spPr>
          <a:xfrm>
            <a:off x="9135375" y="1409425"/>
            <a:ext cx="940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61" name="Google Shape;761;g36f876ad1a4_0_22"/>
          <p:cNvCxnSpPr>
            <a:endCxn id="762" idx="3"/>
          </p:cNvCxnSpPr>
          <p:nvPr/>
        </p:nvCxnSpPr>
        <p:spPr>
          <a:xfrm rot="10800000">
            <a:off x="2292825" y="3418325"/>
            <a:ext cx="1398300" cy="1162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2" name="Google Shape;762;g36f876ad1a4_0_22"/>
          <p:cNvSpPr/>
          <p:nvPr/>
        </p:nvSpPr>
        <p:spPr>
          <a:xfrm>
            <a:off x="1686225" y="3218225"/>
            <a:ext cx="606600" cy="400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3" name="Google Shape;763;g36f876ad1a4_0_22"/>
          <p:cNvSpPr/>
          <p:nvPr/>
        </p:nvSpPr>
        <p:spPr>
          <a:xfrm rot="10800000">
            <a:off x="7649800" y="3711850"/>
            <a:ext cx="1932900" cy="277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4" name="Google Shape;764;g36f876ad1a4_0_22"/>
          <p:cNvSpPr txBox="1"/>
          <p:nvPr/>
        </p:nvSpPr>
        <p:spPr>
          <a:xfrm>
            <a:off x="3552344" y="4529500"/>
            <a:ext cx="796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65" name="Google Shape;765;g36f876ad1a4_0_22"/>
          <p:cNvCxnSpPr/>
          <p:nvPr/>
        </p:nvCxnSpPr>
        <p:spPr>
          <a:xfrm rot="10800000" flipH="1">
            <a:off x="8852675" y="1871125"/>
            <a:ext cx="709200" cy="1748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72" name="Google Shape;772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79" name="Google Shape;779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80" name="Google Shape;780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82" name="Google Shape;782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3" name="Google Shape;783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84" name="Google Shape;784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85" name="Google Shape;785;g36f5cd5a2ba_2_43"/>
          <p:cNvCxnSpPr>
            <a:endCxn id="786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7" name="Google Shape;787;g36f5cd5a2ba_2_43"/>
          <p:cNvCxnSpPr>
            <a:endCxn id="788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9" name="Google Shape;789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0" name="Google Shape;790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6" name="Google Shape;786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8" name="Google Shape;788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1" name="Google Shape;791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2" name="Google Shape;792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3" name="Google Shape;793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4" name="Google Shape;794;g36f5cd5a2ba_2_43"/>
          <p:cNvCxnSpPr>
            <a:endCxn id="793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5" name="Google Shape;795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6" name="Google Shape;796;g36f5cd5a2ba_2_43"/>
          <p:cNvCxnSpPr>
            <a:endCxn id="795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03" name="Google Shape;803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05" name="Google Shape;805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12" name="Google Shape;812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3" name="Google Shape;813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15" name="Google Shape;815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16" name="Google Shape;816;g3711d298ec9_0_170"/>
          <p:cNvCxnSpPr>
            <a:endCxn id="814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7" name="Google Shape;817;g3711d298ec9_0_170"/>
          <p:cNvCxnSpPr>
            <a:endCxn id="814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18" name="Google Shape;818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19" name="Google Shape;819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20" name="Google Shape;820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21" name="Google Shape;821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22" name="Google Shape;822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3" name="Google Shape;823;g3711d298ec9_0_170"/>
          <p:cNvCxnSpPr>
            <a:stCxn id="819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30" name="Google Shape;830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37" name="Google Shape;837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38" name="Google Shape;838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39" name="Google Shape;839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40" name="Google Shape;840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42" name="Google Shape;842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43" name="Google Shape;843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44" name="Google Shape;844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45" name="Google Shape;845;g370f527ffbd_3_7"/>
          <p:cNvCxnSpPr>
            <a:endCxn id="841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52" name="Google Shape;852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53" name="Google Shape;853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55" name="Google Shape;855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56" name="Google Shape;856;g36f5cd5a2ba_2_87"/>
          <p:cNvCxnSpPr>
            <a:stCxn id="855" idx="1"/>
            <a:endCxn id="854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63" name="Google Shape;863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65" name="Google Shape;865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72" name="Google Shape;872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73" name="Google Shape;873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74" name="Google Shape;874;g36f5cd5a2ba_2_115"/>
          <p:cNvCxnSpPr>
            <a:endCxn id="875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76" name="Google Shape;876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7" name="Google Shape;877;g36f5cd5a2ba_2_115"/>
          <p:cNvCxnSpPr>
            <a:endCxn id="876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8" name="Google Shape;878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9" name="Google Shape;879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0" name="Google Shape;880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1" name="Google Shape;881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2" name="Google Shape;882;g36f5cd5a2ba_2_115"/>
          <p:cNvCxnSpPr>
            <a:stCxn id="881" idx="1"/>
            <a:endCxn id="880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3" name="Google Shape;883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4" name="Google Shape;884;g36f5cd5a2ba_2_115"/>
          <p:cNvCxnSpPr>
            <a:stCxn id="881" idx="1"/>
            <a:endCxn id="883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91" name="Google Shape;891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893" name="Google Shape;893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01" name="Google Shape;901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02" name="Google Shape;902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03" name="Google Shape;903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16" name="Google Shape;916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2" name="Google Shape;922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23" name="Google Shape;923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25" name="Google Shape;925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26" name="Google Shape;926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27" name="Google Shape;927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28" name="Google Shape;928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29" name="Google Shape;929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30" name="Google Shape;930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31" name="Google Shape;931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32" name="Google Shape;932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33" name="Google Shape;933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34" name="Google Shape;934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35" name="Google Shape;935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36" name="Google Shape;936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37" name="Google Shape;937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38" name="Google Shape;938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39" name="Google Shape;939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0" name="Google Shape;940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1" name="Google Shape;941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42" name="Google Shape;942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43" name="Google Shape;943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4" name="Google Shape;944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45" name="Google Shape;945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6" name="Google Shape;946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7" name="Google Shape;947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54" name="Google Shape;954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55" name="Google Shape;955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56" name="Google Shape;956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57" name="Google Shape;957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58" name="Google Shape;958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59" name="Google Shape;959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60" name="Google Shape;960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61" name="Google Shape;961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62" name="Google Shape;96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63" name="Google Shape;96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64" name="Google Shape;964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65" name="Google Shape;965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66" name="Google Shape;966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67" name="Google Shape;967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68" name="Google Shape;968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69" name="Google Shape;969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0" name="Google Shape;970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1" name="Google Shape;971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3" name="Google Shape;973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74" name="Google Shape;974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5" name="Google Shape;975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6" name="Google Shape;976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85" name="Google Shape;985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86" name="Google Shape;986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87" name="Google Shape;987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88" name="Google Shape;988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989" name="Google Shape;989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990" name="Google Shape;990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1" name="Google Shape;991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2" name="Google Shape;992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4" name="Google Shape;994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5" name="Google Shape;995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6" name="Google Shape;996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997" name="Google Shape;997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8" name="Google Shape;998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9" name="Google Shape;999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0" name="Google Shape;1000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01" name="Google Shape;1001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9" name="Google Shape;1009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10" name="Google Shape;1010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11" name="Google Shape;1011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2" name="Google Shape;1012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3" name="Google Shape;1013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14" name="Google Shape;1014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15" name="Google Shape;1015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17" name="Google Shape;1017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18" name="Google Shape;1018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9" name="Google Shape;1019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20" name="Google Shape;102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2" name="Google Shape;1022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23" name="Google Shape;1023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5" name="Google Shape;1025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26" name="Google Shape;1026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8" name="Google Shape;1028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29" name="Google Shape;1029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1" name="Google Shape;1031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1" name="Google Shape;1041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42" name="Google Shape;1042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3" name="Google Shape;1043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4" name="Google Shape;104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45" name="Google Shape;1045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6" name="Google Shape;1046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7" name="Google Shape;104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48" name="Google Shape;1048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49" name="Google Shape;1049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50" name="Google Shape;1050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1" name="Google Shape;1051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2" name="Google Shape;1052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4" name="Google Shape;1054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55" name="Google Shape;1055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56" name="Google Shape;1056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57" name="Google Shape;1057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58" name="Google Shape;1058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9" name="Google Shape;1059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0" name="Google Shape;1060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61" name="Google Shape;1061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62" name="Google Shape;1062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63" name="Google Shape;1063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4" name="Google Shape;1064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5" name="Google Shape;1065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6" name="Google Shape;1066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7" name="Google Shape;1067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8" name="Google Shape;1068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Google Shape;1074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75" name="Google Shape;107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76" name="Google Shape;1076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77" name="Google Shape;1077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9" name="Google Shape;1079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80" name="Google Shape;1080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82" name="Google Shape;1082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83" name="Google Shape;1083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4" name="Google Shape;1084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85" name="Google Shape;1085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86" name="Google Shape;1086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7" name="Google Shape;1087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88" name="Google Shape;1088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089" name="Google Shape;1089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090" name="Google Shape;1090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091" name="Google Shape;1091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092" name="Google Shape;1092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93" name="Google Shape;1093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094" name="Google Shape;1094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095" name="Google Shape;1095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96" name="Google Shape;1096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097" name="Google Shape;1097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098" name="Google Shape;1098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099" name="Google Shape;1099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00" name="Google Shape;1100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1" name="Google Shape;1101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2" name="Google Shape;1102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3" name="Google Shape;1103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4" name="Google Shape;1104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05" name="Google Shape;1105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6" name="Google Shape;1106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7" name="Google Shape;1107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8" name="Google Shape;1108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18" name="Google Shape;1118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25" name="Google Shape;1125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6" name="Google Shape;1126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27" name="Google Shape;1127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28" name="Google Shape;1128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29" name="Google Shape;112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0" name="Google Shape;113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1" name="Google Shape;113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2" name="Google Shape;113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3" name="Google Shape;113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4" name="Google Shape;1134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35" name="Google Shape;1135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36" name="Google Shape;1136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7" name="Google Shape;1137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38" name="Google Shape;1138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9" name="Google Shape;1139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6" name="Google Shape;1146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7" name="Google Shape;1147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48" name="Google Shape;1148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49" name="Google Shape;1149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50" name="Google Shape;1150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59" name="Google Shape;1159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60" name="Google Shape;1160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61" name="Google Shape;1161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71" name="Google Shape;1171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72" name="Google Shape;117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73" name="Google Shape;117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74" name="Google Shape;1174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5" name="Google Shape;1175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6" name="Google Shape;1176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7" name="Google Shape;1177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8" name="Google Shape;1178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79" name="Google Shape;1179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80" name="Google Shape;1180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81" name="Google Shape;1181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82" name="Google Shape;1182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83" name="Google Shape;1183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84" name="Google Shape;1184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85" name="Google Shape;1185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86" name="Google Shape;1186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87" name="Google Shape;118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8" name="Google Shape;118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89" name="Google Shape;1189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190" name="Google Shape;1190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1" name="Google Shape;1191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92" name="Google Shape;1192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193" name="Google Shape;1193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4" name="Google Shape;1194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5" name="Google Shape;1195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196" name="Google Shape;1196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197" name="Google Shape;119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8" name="Google Shape;119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9" name="Google Shape;1199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5" name="Google Shape;1215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16" name="Google Shape;1216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17" name="Google Shape;1217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18" name="Google Shape;1218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9" name="Google Shape;1219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20" name="Google Shape;1220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21" name="Google Shape;1221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2" name="Google Shape;1222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23" name="Google Shape;1223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25" name="Google Shape;1225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26" name="Google Shape;1226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7" name="Google Shape;1227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28" name="Google Shape;1228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29" name="Google Shape;1229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1" name="Google Shape;1231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32" name="Google Shape;1232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9" name="Google Shape;1239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</TotalTime>
  <Words>1434</Words>
  <Application>Microsoft Office PowerPoint</Application>
  <PresentationFormat>Widescreen</PresentationFormat>
  <Paragraphs>329</Paragraphs>
  <Slides>59</Slides>
  <Notes>59</Notes>
  <HiddenSlides>9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CREATE WORKSPACE IN TRELLO SYSTEM</vt:lpstr>
      <vt:lpstr>WORKSPACE IN TRELLO SYSTEM</vt:lpstr>
      <vt:lpstr>USER, WORKSPACE, BOARD, TEMPLATE, TEMPLATECATEGORY, USERBOARD RELATIONSHIP</vt:lpstr>
      <vt:lpstr>WORKSPACE IN TRELLO SYSTEM</vt:lpstr>
      <vt:lpstr>WORKSPACE IN TRELLO SYSTEM</vt:lpstr>
      <vt:lpstr>WORKSPACE IN TRELLO SYSTEM</vt:lpstr>
      <vt:lpstr>SHARELINK, PERMISSION, MEMBER RELATIONSHIP</vt:lpstr>
      <vt:lpstr>WORKSPACE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COMMENT IN TRELLO SYSTEM</vt:lpstr>
      <vt:lpstr>COMMENT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21</cp:revision>
  <dcterms:created xsi:type="dcterms:W3CDTF">2025-07-10T03:51:23Z</dcterms:created>
  <dcterms:modified xsi:type="dcterms:W3CDTF">2025-07-27T09:53:56Z</dcterms:modified>
</cp:coreProperties>
</file>