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5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320" r:id="rId12"/>
    <p:sldId id="267" r:id="rId13"/>
    <p:sldId id="270" r:id="rId14"/>
    <p:sldId id="271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1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99" r:id="rId38"/>
    <p:sldId id="300" r:id="rId39"/>
    <p:sldId id="301" r:id="rId40"/>
    <p:sldId id="302" r:id="rId41"/>
    <p:sldId id="303" r:id="rId42"/>
    <p:sldId id="304" r:id="rId43"/>
    <p:sldId id="305" r:id="rId44"/>
    <p:sldId id="306" r:id="rId45"/>
    <p:sldId id="307" r:id="rId46"/>
    <p:sldId id="308" r:id="rId47"/>
    <p:sldId id="309" r:id="rId48"/>
    <p:sldId id="310" r:id="rId49"/>
    <p:sldId id="311" r:id="rId50"/>
    <p:sldId id="312" r:id="rId51"/>
    <p:sldId id="313" r:id="rId52"/>
    <p:sldId id="314" r:id="rId53"/>
    <p:sldId id="315" r:id="rId54"/>
    <p:sldId id="316" r:id="rId55"/>
    <p:sldId id="317" r:id="rId56"/>
    <p:sldId id="318" r:id="rId57"/>
    <p:sldId id="319" r:id="rId5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69" roundtripDataSignature="AMtx7mikRkjFzxOwHA8WAHOV29/jFXnz0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110" autoAdjust="0"/>
  </p:normalViewPr>
  <p:slideViewPr>
    <p:cSldViewPr snapToGrid="0">
      <p:cViewPr varScale="1">
        <p:scale>
          <a:sx n="92" d="100"/>
          <a:sy n="92" d="100"/>
        </p:scale>
        <p:origin x="58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9" Type="http://customschemas.google.com/relationships/presentationmetadata" Target="meta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7" name="Google Shape;19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8" name="Google Shape;198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1" name="Google Shape;21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70fc456c4b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70fc456c4b_0_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4 suggested templates by Template Category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2.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4 recently accessed Boards by user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3.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all Workspaces where User is a Member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4.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all Workspaces where User is a Member. For each workspace, get all Boards where User is also a Member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5. Query all closed boards where user is a member</a:t>
            </a:r>
            <a:endParaRPr lang="en-US" b="0" dirty="0">
              <a:effectLst/>
            </a:endParaRPr>
          </a:p>
        </p:txBody>
      </p:sp>
      <p:sp>
        <p:nvSpPr>
          <p:cNvPr id="220" name="Google Shape;220;g370fc456c4b_0_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6f5cd5a2ba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36f5cd5a2ba_1_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6.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top 10 template categories</a:t>
            </a:r>
            <a:endParaRPr lang="en-US" b="0" dirty="0">
              <a:effectLst/>
            </a:endParaRPr>
          </a:p>
          <a:p>
            <a:pPr rtl="0"/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7.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New and notable templates</a:t>
            </a:r>
            <a:endParaRPr lang="en-US" b="0" dirty="0">
              <a:effectLst/>
            </a:endParaRPr>
          </a:p>
        </p:txBody>
      </p:sp>
      <p:sp>
        <p:nvSpPr>
          <p:cNvPr id="238" name="Google Shape;238;g36f5cd5a2ba_1_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6f5cd5a2ba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6f5cd5a2ba_0_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8.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template details and the Board associated with that template</a:t>
            </a:r>
            <a:endParaRPr dirty="0"/>
          </a:p>
        </p:txBody>
      </p:sp>
      <p:sp>
        <p:nvSpPr>
          <p:cNvPr id="256" name="Google Shape;256;g36f5cd5a2ba_0_2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6f5cd5a2ba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6f5cd5a2ba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9.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Insert data into Workspaces</a:t>
            </a:r>
            <a:endParaRPr dirty="0"/>
          </a:p>
        </p:txBody>
      </p:sp>
      <p:sp>
        <p:nvSpPr>
          <p:cNvPr id="270" name="Google Shape;270;g36f5cd5a2ba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70fc456c4b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70fc456c4b_0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rtl="0"/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10.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Workspace Name,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='visibility' and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SettingValue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related to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Workspace</a:t>
            </a:r>
            <a:endParaRPr lang="en-US" sz="1200" b="0" i="0" u="none" strike="noStrike" cap="none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pPr rtl="0"/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11.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4 suggested Boards by Template Category Type with status as Template</a:t>
            </a:r>
            <a:endParaRPr lang="vi-VN" b="0" dirty="0">
              <a:effectLst/>
            </a:endParaRPr>
          </a:p>
          <a:p>
            <a:pPr rtl="0"/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12.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"Your boards" section: Get Boards belonging to Workspace where User is also a Member of the Board</a:t>
            </a:r>
            <a:endParaRPr lang="vi-VN" b="0" dirty="0">
              <a:effectLst/>
            </a:endParaRPr>
          </a:p>
        </p:txBody>
      </p:sp>
      <p:sp>
        <p:nvSpPr>
          <p:cNvPr id="281" name="Google Shape;281;g370fc456c4b_0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711d298ec9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711d298ec9_0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g3711d298ec9_0_7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70f527ffbd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70f527ffbd_1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13.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all Members in Workspace, number of Boards in Workspace that Member participates in and corresponding permissions in Workspace</a:t>
            </a:r>
            <a:b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</a:br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14.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workspace and status of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b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</a:br>
            <a:r>
              <a:rPr lang="vi-VN" sz="1200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15.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Update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Status of Workspace</a:t>
            </a:r>
            <a:endParaRPr dirty="0"/>
          </a:p>
        </p:txBody>
      </p:sp>
      <p:sp>
        <p:nvSpPr>
          <p:cNvPr id="315" name="Google Shape;315;g370f527ffbd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70f527ffbd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70f527ffbd_1_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16. Query Members of Boards belonging to Workspace, but Members who are not part of the Workspace</a:t>
            </a:r>
            <a:endParaRPr dirty="0"/>
          </a:p>
        </p:txBody>
      </p:sp>
      <p:sp>
        <p:nvSpPr>
          <p:cNvPr id="315" name="Google Shape;315;g370f527ffbd_1_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41406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711d298ec9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3711d298ec9_0_1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17. Add Member to Board with Permission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18. Create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Board with Permission (Each Board has only 1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19. Update Status and Permission of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ShareLink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20. Get all Members of Board and their Permissions</a:t>
            </a:r>
            <a:endParaRPr dirty="0"/>
          </a:p>
        </p:txBody>
      </p:sp>
      <p:sp>
        <p:nvSpPr>
          <p:cNvPr id="333" name="Google Shape;333;g3711d298ec9_0_1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7121c272f6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37121c272f6_2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g37121c272f6_2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370f527ffbd_1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370f527ffbd_1_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corresponding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SettingOptions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Workspace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SettingValues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specific Workspace</a:t>
            </a:r>
            <a:endParaRPr dirty="0"/>
          </a:p>
        </p:txBody>
      </p:sp>
      <p:sp>
        <p:nvSpPr>
          <p:cNvPr id="388" name="Google Shape;388;g370f527ffbd_1_4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711d298ec9_1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3711d298ec9_1_5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23.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with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KeyName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='permission.*' and corresponding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SettingOptions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SettingKeys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corresponding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SettingOptions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25.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SettingValues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corresponding to Board</a:t>
            </a:r>
          </a:p>
        </p:txBody>
      </p:sp>
      <p:sp>
        <p:nvSpPr>
          <p:cNvPr id="423" name="Google Shape;423;g3711d298ec9_1_5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6f82450d7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36f82450d75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9" name="Google Shape;439;g36f82450d75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g3711d298ec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5" name="Google Shape;445;g3711d298ec9_1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26. 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how many Boards in Workspace have Power-Ups added</a:t>
            </a:r>
            <a:endParaRPr dirty="0"/>
          </a:p>
        </p:txBody>
      </p:sp>
      <p:sp>
        <p:nvSpPr>
          <p:cNvPr id="446" name="Google Shape;446;g3711d298ec9_1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17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3711d298ec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3711d298ec9_0_6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Query Power-Up details</a:t>
            </a:r>
            <a:endParaRPr/>
          </a:p>
        </p:txBody>
      </p:sp>
      <p:sp>
        <p:nvSpPr>
          <p:cNvPr id="457" name="Google Shape;457;g3711d298ec9_0_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18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711d298ec9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" name="Google Shape;475;g3711d298ec9_0_9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6" name="Google Shape;476;g3711d298ec9_0_9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19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370f527ffbd_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370f527ffbd_1_5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28. Get Billing Plan</a:t>
            </a:r>
            <a:endParaRPr dirty="0"/>
          </a:p>
        </p:txBody>
      </p:sp>
      <p:sp>
        <p:nvSpPr>
          <p:cNvPr id="484" name="Google Shape;484;g370f527ffbd_1_5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711d298ec9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4" name="Google Shape;494;g3711d298ec9_0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29. Get Subscription of specific Workspace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30. Change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PaymentInformation</a:t>
            </a:r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31. Change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BillingContact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Information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95" name="Google Shape;495;g3711d298ec9_0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37121c272f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37121c272f6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32. Change Additional invoice details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33. Query Billing history from Subscription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8" name="Google Shape;518;g37121c272f6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g37121c272f6_2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3" name="Google Shape;543;g37121c272f6_2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4" name="Google Shape;544;g37121c272f6_2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3711d298ec9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0" name="Google Shape;550;g3711d298ec9_1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34. Create Export for Workspace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35. Query Export from specific Workspace</a:t>
            </a:r>
            <a:endParaRPr dirty="0"/>
          </a:p>
        </p:txBody>
      </p:sp>
      <p:sp>
        <p:nvSpPr>
          <p:cNvPr id="551" name="Google Shape;551;g3711d298ec9_1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711d298ec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3711d298ec9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36. Query Username and Bio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37. Update Username and Bio</a:t>
            </a:r>
            <a:endParaRPr dirty="0"/>
          </a:p>
        </p:txBody>
      </p:sp>
      <p:sp>
        <p:nvSpPr>
          <p:cNvPr id="562" name="Google Shape;562;g3711d298ec9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6f5cd5a2b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4" name="Google Shape;574;g36f5cd5a2b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38. Create 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39. Create Stage in Board</a:t>
            </a:r>
            <a:endParaRPr dirty="0"/>
          </a:p>
        </p:txBody>
      </p:sp>
      <p:sp>
        <p:nvSpPr>
          <p:cNvPr id="575" name="Google Shape;575;g36f5cd5a2b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70f527ffbd_2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1" name="Google Shape;591;g370f527ffbd_2_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40. Update Stage Position</a:t>
            </a:r>
            <a:endParaRPr dirty="0"/>
          </a:p>
        </p:txBody>
      </p:sp>
      <p:sp>
        <p:nvSpPr>
          <p:cNvPr id="592" name="Google Shape;592;g370f527ffbd_2_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6f5cd5a2ba_2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36f5cd5a2ba_2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41. Query all card in Stage</a:t>
            </a:r>
            <a:endParaRPr dirty="0"/>
          </a:p>
        </p:txBody>
      </p:sp>
      <p:sp>
        <p:nvSpPr>
          <p:cNvPr id="603" name="Google Shape;603;g36f5cd5a2ba_2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6f5cd5a2ba_2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0" name="Google Shape;620;g36f5cd5a2ba_2_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42. Query Card Detail</a:t>
            </a:r>
            <a:endParaRPr dirty="0"/>
          </a:p>
        </p:txBody>
      </p:sp>
      <p:sp>
        <p:nvSpPr>
          <p:cNvPr id="621" name="Google Shape;621;g36f5cd5a2ba_2_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370f527ffbd_3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370f527ffbd_3_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43. Query Comment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44. Query Activities related to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45. Get Moved Card Data (Store Procedure)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46. Query current position of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47. Move card to a different list</a:t>
            </a:r>
            <a:endParaRPr dirty="0"/>
          </a:p>
        </p:txBody>
      </p:sp>
      <p:sp>
        <p:nvSpPr>
          <p:cNvPr id="644" name="Google Shape;644;g370f527ffbd_3_6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30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Google Shape;656;g370f527ffbd_3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7" name="Google Shape;657;g370f527ffbd_3_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48. Update Card Cover (Color,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Unsplash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Attachment)</a:t>
            </a:r>
            <a:endParaRPr dirty="0"/>
          </a:p>
        </p:txBody>
      </p:sp>
      <p:sp>
        <p:nvSpPr>
          <p:cNvPr id="658" name="Google Shape;658;g370f527ffbd_3_7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31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6f5cd5a2ba_2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7" name="Google Shape;677;g36f5cd5a2ba_2_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49. </a:t>
            </a: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Get all Label and check Label added to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50. Get all Color</a:t>
            </a:r>
            <a:endParaRPr dirty="0"/>
          </a:p>
        </p:txBody>
      </p:sp>
      <p:sp>
        <p:nvSpPr>
          <p:cNvPr id="678" name="Google Shape;678;g36f5cd5a2ba_2_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32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3711d298ec9_1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3711d298ec9_1_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3" name="Google Shape;693;g3711d298ec9_1_3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g36f5cd5a2ba_2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9" name="Google Shape;699;g36f5cd5a2ba_2_7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51. Query all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CheckList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specific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52. Query all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CheckListItem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CheckList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specific Card</a:t>
            </a:r>
            <a:endParaRPr dirty="0"/>
          </a:p>
        </p:txBody>
      </p:sp>
      <p:sp>
        <p:nvSpPr>
          <p:cNvPr id="700" name="Google Shape;700;g36f5cd5a2ba_2_7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34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3711d298ec9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8" name="Google Shape;718;g3711d298ec9_0_20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9" name="Google Shape;719;g3711d298ec9_0_20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35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g36f5cd5a2ba_2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6" name="Google Shape;726;g36f5cd5a2ba_2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52. Get all Attachment of a specific Card</a:t>
            </a:r>
            <a:endParaRPr dirty="0"/>
          </a:p>
        </p:txBody>
      </p:sp>
      <p:sp>
        <p:nvSpPr>
          <p:cNvPr id="727" name="Google Shape;727;g36f5cd5a2ba_2_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36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g3711d298ec9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8" name="Google Shape;768;g3711d298ec9_0_2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9" name="Google Shape;769;g3711d298ec9_0_2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36f5cd5a2ba_2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36f5cd5a2ba_2_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53. Query All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CustomField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FieldItem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Board (store procedure)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54. Query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FieldValue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</a:t>
            </a:r>
            <a:r>
              <a:rPr lang="en-US" sz="12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CustomField</a:t>
            </a: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specific Card.</a:t>
            </a:r>
            <a:endParaRPr dirty="0"/>
          </a:p>
        </p:txBody>
      </p:sp>
      <p:sp>
        <p:nvSpPr>
          <p:cNvPr id="776" name="Google Shape;776;g36f5cd5a2ba_2_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38</a:t>
            </a:fld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3711d298ec9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3711d298ec9_0_2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0" name="Google Shape;800;g3711d298ec9_0_2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39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g3711d298ec9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8" name="Google Shape;808;g3711d298ec9_0_17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55. Query all Stickers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56. Add Sticker to Card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57. Query Sticker of all Card in specific Board</a:t>
            </a:r>
            <a:endParaRPr dirty="0"/>
          </a:p>
        </p:txBody>
      </p:sp>
      <p:sp>
        <p:nvSpPr>
          <p:cNvPr id="809" name="Google Shape;809;g3711d298ec9_0_17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40</a:t>
            </a:fld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Google Shape;825;g36f876ad1a4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6" name="Google Shape;826;g36f876ad1a4_2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g36f876ad1a4_2_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g370f527ffbd_3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3" name="Google Shape;833;g370f527ffbd_3_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58. Get user's recent activities across all accessible boards/workspaces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59. Get recently viewed Board which user is a member</a:t>
            </a:r>
            <a:endParaRPr dirty="0"/>
          </a:p>
        </p:txBody>
      </p:sp>
      <p:sp>
        <p:nvSpPr>
          <p:cNvPr id="834" name="Google Shape;834;g370f527ffbd_3_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42</a:t>
            </a:fld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g36f5cd5a2ba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8" name="Google Shape;848;g36f5cd5a2ba_2_8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60. Get all notification of specific User</a:t>
            </a:r>
            <a:endParaRPr dirty="0"/>
          </a:p>
        </p:txBody>
      </p:sp>
      <p:sp>
        <p:nvSpPr>
          <p:cNvPr id="849" name="Google Shape;849;g36f5cd5a2ba_2_8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43</a:t>
            </a:fld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g36f876ad1a4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9" name="Google Shape;859;g36f876ad1a4_0_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0" name="Google Shape;860;g36f876ad1a4_0_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44</a:t>
            </a:fld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g36f5cd5a2ba_2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8" name="Google Shape;868;g36f5cd5a2ba_2_1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62. Add Board to Collection</a:t>
            </a:r>
            <a:endParaRPr dirty="0"/>
          </a:p>
        </p:txBody>
      </p:sp>
      <p:sp>
        <p:nvSpPr>
          <p:cNvPr id="869" name="Google Shape;869;g36f5cd5a2ba_2_1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45</a:t>
            </a:fld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36f876ad1a4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7" name="Google Shape;887;g36f876ad1a4_0_4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8" name="Google Shape;888;g36f876ad1a4_0_4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GB"/>
              <a:t>46</a:t>
            </a:fld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6" name="Google Shape;896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7" name="Google Shape;897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47</a:t>
            </a:fld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6" name="Google Shape;90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7" name="Google Shape;907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48</a:t>
            </a:fld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1" name="Google Shape;911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2" name="Google Shape;912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49</a:t>
            </a:fld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9" name="Google Shape;919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0" name="Google Shape;920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50</a:t>
            </a:fld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0" name="Google Shape;95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1" name="Google Shape;951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51</a:t>
            </a:fld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81" name="Google Shape;981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2" name="Google Shape;982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52</a:t>
            </a:fld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05" name="Google Shape;1005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6" name="Google Shape;1006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53</a:t>
            </a:fld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1" name="Google Shape;1071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2" name="Google Shape;1072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54</a:t>
            </a:fld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3" name="Google Shape;1113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4" name="Google Shape;1114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55</a:t>
            </a:fld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Google Shape;112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1" name="Google Shape;1121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2" name="Google Shape;1122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56</a:t>
            </a:fld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Google Shape;1154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55" name="Google Shape;1155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6" name="Google Shape;1156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57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ro / End">
  <p:cSld name="Intro / End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" name="Google Shape;17;p23"/>
          <p:cNvGrpSpPr/>
          <p:nvPr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18" name="Google Shape;18;p23"/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23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with customer logo">
  <p:cSld name="Title slide with customer logo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2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3" name="Google Shape;23;p2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4" name="Google Shape;24;p2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5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8" name="Google Shape;28;p25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77190" algn="l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2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2">
          <p15:clr>
            <a:srgbClr val="FBAE40"/>
          </p15:clr>
        </p15:guide>
        <p15:guide id="2" pos="270">
          <p15:clr>
            <a:srgbClr val="FBAE40"/>
          </p15:clr>
        </p15:guide>
        <p15:guide id="3" pos="3839">
          <p15:clr>
            <a:srgbClr val="FBAE40"/>
          </p15:clr>
        </p15:guide>
        <p15:guide id="4" orient="horz" pos="4047">
          <p15:clr>
            <a:srgbClr val="FBAE40"/>
          </p15:clr>
        </p15:guide>
        <p15:guide id="5" orient="horz" pos="963">
          <p15:clr>
            <a:srgbClr val="FBAE40"/>
          </p15:clr>
        </p15:guide>
        <p15:guide id="6" pos="3567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3 texts">
  <p:cSld name="Title, subtitle &amp; 3 text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6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6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6"/>
          <p:cNvSpPr txBox="1">
            <a:spLocks noGrp="1"/>
          </p:cNvSpPr>
          <p:nvPr>
            <p:ph type="body" idx="3"/>
          </p:nvPr>
        </p:nvSpPr>
        <p:spPr>
          <a:xfrm>
            <a:off x="435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26"/>
          <p:cNvSpPr txBox="1">
            <a:spLocks noGrp="1"/>
          </p:cNvSpPr>
          <p:nvPr>
            <p:ph type="body" idx="4"/>
          </p:nvPr>
        </p:nvSpPr>
        <p:spPr>
          <a:xfrm>
            <a:off x="43516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26"/>
          <p:cNvSpPr txBox="1">
            <a:spLocks noGrp="1"/>
          </p:cNvSpPr>
          <p:nvPr>
            <p:ph type="body" idx="5"/>
          </p:nvPr>
        </p:nvSpPr>
        <p:spPr>
          <a:xfrm>
            <a:off x="8272000" y="2160587"/>
            <a:ext cx="34880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26"/>
          <p:cNvSpPr txBox="1">
            <a:spLocks noGrp="1"/>
          </p:cNvSpPr>
          <p:nvPr>
            <p:ph type="body" idx="6"/>
          </p:nvPr>
        </p:nvSpPr>
        <p:spPr>
          <a:xfrm>
            <a:off x="8272000" y="1530000"/>
            <a:ext cx="34884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210">
          <p15:clr>
            <a:srgbClr val="FBAE40"/>
          </p15:clr>
        </p15:guide>
        <p15:guide id="8" pos="4940">
          <p15:clr>
            <a:srgbClr val="FBAE40"/>
          </p15:clr>
        </p15:guide>
        <p15:guide id="9" pos="2740">
          <p15:clr>
            <a:srgbClr val="FBAE40"/>
          </p15:clr>
        </p15:guide>
        <p15:guide id="10" pos="247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2 image">
  <p:cSld name="Title, subtitle &amp; text with 1/2 image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7"/>
          <p:cNvSpPr>
            <a:spLocks noGrp="1"/>
          </p:cNvSpPr>
          <p:nvPr>
            <p:ph type="pic" idx="2"/>
          </p:nvPr>
        </p:nvSpPr>
        <p:spPr>
          <a:xfrm>
            <a:off x="609600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0" name="Google Shape;40;p27"/>
          <p:cNvSpPr txBox="1">
            <a:spLocks noGrp="1"/>
          </p:cNvSpPr>
          <p:nvPr>
            <p:ph type="body" idx="1"/>
          </p:nvPr>
        </p:nvSpPr>
        <p:spPr>
          <a:xfrm>
            <a:off x="432000" y="2160001"/>
            <a:ext cx="5232200" cy="4267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7"/>
          <p:cNvSpPr txBox="1">
            <a:spLocks noGrp="1"/>
          </p:cNvSpPr>
          <p:nvPr>
            <p:ph type="body" idx="3"/>
          </p:nvPr>
        </p:nvSpPr>
        <p:spPr>
          <a:xfrm>
            <a:off x="432000" y="1530000"/>
            <a:ext cx="5232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3568">
          <p15:clr>
            <a:srgbClr val="FBAE40"/>
          </p15:clr>
        </p15:guide>
        <p15:guide id="7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">
  <p:cSld name="Title &amp; 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8"/>
          <p:cNvSpPr txBox="1">
            <a:spLocks noGrp="1"/>
          </p:cNvSpPr>
          <p:nvPr>
            <p:ph type="body" idx="1"/>
          </p:nvPr>
        </p:nvSpPr>
        <p:spPr>
          <a:xfrm>
            <a:off x="431999" y="1528763"/>
            <a:ext cx="11329200" cy="4899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2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with image">
  <p:cSld name="Title with imag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48" name="Google Shape;48;p2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orient="horz" pos="692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">
  <p:cSld name="Title, subtitle &amp; text with 1/3 image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1" name="Google Shape;51;p30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">
  <p:cSld name="Title, subtitle &amp; 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">
  <p:cSld name="Title, subtitle &amp; 2 texts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body" idx="1"/>
          </p:nvPr>
        </p:nvSpPr>
        <p:spPr>
          <a:xfrm>
            <a:off x="432000" y="2160587"/>
            <a:ext cx="5447999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3974">
          <p15:clr>
            <a:srgbClr val="FBAE40"/>
          </p15:clr>
        </p15:guide>
        <p15:guide id="8" pos="3705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33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33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67" name="Google Shape;67;p33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33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pter title slide">
  <p:cSld name="Chapter title slid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4"/>
          <p:cNvSpPr/>
          <p:nvPr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34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2" name="Google Shape;72;p34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3" name="Google Shape;73;p34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7409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4 image">
  <p:cSld name="Title, subtitle &amp; text with 1/4 imag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5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76" name="Google Shape;76;p35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8285287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5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828655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8" name="Google Shape;78;p3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5492">
          <p15:clr>
            <a:srgbClr val="FBAE40"/>
          </p15:clr>
        </p15:guide>
        <p15:guide id="8" pos="5762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text with 1/3 image + white space for logo">
  <p:cSld name="Title, subtitle &amp; text with 1/3 image + white space for logo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6"/>
          <p:cNvSpPr>
            <a:spLocks noGrp="1"/>
          </p:cNvSpPr>
          <p:nvPr>
            <p:ph type="pic" idx="2"/>
          </p:nvPr>
        </p:nvSpPr>
        <p:spPr>
          <a:xfrm>
            <a:off x="8127598" y="1098000"/>
            <a:ext cx="4064402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1" name="Google Shape;81;p36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6"/>
          <p:cNvSpPr txBox="1">
            <a:spLocks noGrp="1"/>
          </p:cNvSpPr>
          <p:nvPr>
            <p:ph type="body" idx="3"/>
          </p:nvPr>
        </p:nvSpPr>
        <p:spPr>
          <a:xfrm>
            <a:off x="431999" y="1530000"/>
            <a:ext cx="7263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36"/>
          <p:cNvSpPr txBox="1">
            <a:spLocks noGrp="1"/>
          </p:cNvSpPr>
          <p:nvPr>
            <p:ph type="body" idx="4"/>
          </p:nvPr>
        </p:nvSpPr>
        <p:spPr>
          <a:xfrm>
            <a:off x="8581425" y="5131789"/>
            <a:ext cx="3178576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4" name="Google Shape;84;p3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1359">
          <p15:clr>
            <a:srgbClr val="FBAE40"/>
          </p15:clr>
        </p15:guide>
        <p15:guide id="7" pos="4848">
          <p15:clr>
            <a:srgbClr val="FBAE40"/>
          </p15:clr>
        </p15:guide>
        <p15:guide id="8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&amp; 2 texts with 1/4 image">
  <p:cSld name="Title, subtitle &amp; 2 texts with 1/4 image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7"/>
          <p:cNvSpPr>
            <a:spLocks noGrp="1"/>
          </p:cNvSpPr>
          <p:nvPr>
            <p:ph type="pic" idx="2"/>
          </p:nvPr>
        </p:nvSpPr>
        <p:spPr>
          <a:xfrm>
            <a:off x="9146400" y="1098000"/>
            <a:ext cx="30456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87" name="Google Shape;87;p37"/>
          <p:cNvSpPr txBox="1">
            <a:spLocks noGrp="1"/>
          </p:cNvSpPr>
          <p:nvPr>
            <p:ph type="body" idx="1"/>
          </p:nvPr>
        </p:nvSpPr>
        <p:spPr>
          <a:xfrm>
            <a:off x="431998" y="2157413"/>
            <a:ext cx="3928356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37"/>
          <p:cNvSpPr txBox="1">
            <a:spLocks noGrp="1"/>
          </p:cNvSpPr>
          <p:nvPr>
            <p:ph type="body" idx="3"/>
          </p:nvPr>
        </p:nvSpPr>
        <p:spPr>
          <a:xfrm>
            <a:off x="431998" y="1530000"/>
            <a:ext cx="3928356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37"/>
          <p:cNvSpPr txBox="1">
            <a:spLocks noGrp="1"/>
          </p:cNvSpPr>
          <p:nvPr>
            <p:ph type="body" idx="4"/>
          </p:nvPr>
        </p:nvSpPr>
        <p:spPr>
          <a:xfrm>
            <a:off x="4792355" y="2157413"/>
            <a:ext cx="3924931" cy="427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37"/>
          <p:cNvSpPr txBox="1">
            <a:spLocks noGrp="1"/>
          </p:cNvSpPr>
          <p:nvPr>
            <p:ph type="body" idx="5"/>
          </p:nvPr>
        </p:nvSpPr>
        <p:spPr>
          <a:xfrm>
            <a:off x="4792355" y="1530000"/>
            <a:ext cx="3924931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orient="horz" pos="1359">
          <p15:clr>
            <a:srgbClr val="FBAE40"/>
          </p15:clr>
        </p15:guide>
        <p15:guide id="6" pos="5490">
          <p15:clr>
            <a:srgbClr val="FBAE40"/>
          </p15:clr>
        </p15:guide>
        <p15:guide id="7" pos="5760">
          <p15:clr>
            <a:srgbClr val="FBAE40"/>
          </p15:clr>
        </p15:guide>
        <p15:guide id="8" pos="3018">
          <p15:clr>
            <a:srgbClr val="FBAE40"/>
          </p15:clr>
        </p15:guide>
        <p15:guide id="9" pos="274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stimonial">
  <p:cSld name="Testimonial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8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6096000" cy="57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94" name="Google Shape;94;p3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38"/>
          <p:cNvSpPr txBox="1">
            <a:spLocks noGrp="1"/>
          </p:cNvSpPr>
          <p:nvPr>
            <p:ph type="body" idx="1"/>
          </p:nvPr>
        </p:nvSpPr>
        <p:spPr>
          <a:xfrm>
            <a:off x="6529187" y="1528763"/>
            <a:ext cx="5232602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6" name="Google Shape;96;p38"/>
          <p:cNvSpPr txBox="1">
            <a:spLocks noGrp="1"/>
          </p:cNvSpPr>
          <p:nvPr>
            <p:ph type="body" idx="3"/>
          </p:nvPr>
        </p:nvSpPr>
        <p:spPr>
          <a:xfrm>
            <a:off x="864001" y="4365382"/>
            <a:ext cx="4798800" cy="2062406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288000" tIns="288000" rIns="288000" bIns="288000" anchor="b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38"/>
          <p:cNvSpPr txBox="1">
            <a:spLocks noGrp="1"/>
          </p:cNvSpPr>
          <p:nvPr>
            <p:ph type="body" idx="4"/>
          </p:nvPr>
        </p:nvSpPr>
        <p:spPr>
          <a:xfrm>
            <a:off x="864001" y="4238556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38"/>
          <p:cNvSpPr txBox="1">
            <a:spLocks noGrp="1"/>
          </p:cNvSpPr>
          <p:nvPr>
            <p:ph type="body" idx="5"/>
          </p:nvPr>
        </p:nvSpPr>
        <p:spPr>
          <a:xfrm rot="10800000">
            <a:off x="5374801" y="6292522"/>
            <a:ext cx="288000" cy="253652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963">
          <p15:clr>
            <a:srgbClr val="FBAE40"/>
          </p15:clr>
        </p15:guide>
        <p15:guide id="3" pos="270">
          <p15:clr>
            <a:srgbClr val="FBAE40"/>
          </p15:clr>
        </p15:guide>
        <p15:guide id="4" orient="horz" pos="692">
          <p15:clr>
            <a:srgbClr val="FBAE40"/>
          </p15:clr>
        </p15:guide>
        <p15:guide id="5" orient="horz" pos="4049">
          <p15:clr>
            <a:srgbClr val="FBAE40"/>
          </p15:clr>
        </p15:guide>
        <p15:guide id="6" pos="7409">
          <p15:clr>
            <a:srgbClr val="FBAE40"/>
          </p15:clr>
        </p15:guide>
        <p15:guide id="7" pos="4112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text with image banner">
  <p:cSld name="Title &amp; text with image banner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9"/>
          <p:cNvSpPr>
            <a:spLocks noGrp="1"/>
          </p:cNvSpPr>
          <p:nvPr>
            <p:ph type="pic" idx="2"/>
          </p:nvPr>
        </p:nvSpPr>
        <p:spPr>
          <a:xfrm>
            <a:off x="0" y="1098000"/>
            <a:ext cx="12192000" cy="1944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1" name="Google Shape;101;p39"/>
          <p:cNvSpPr txBox="1">
            <a:spLocks noGrp="1"/>
          </p:cNvSpPr>
          <p:nvPr>
            <p:ph type="body" idx="1"/>
          </p:nvPr>
        </p:nvSpPr>
        <p:spPr>
          <a:xfrm>
            <a:off x="431999" y="3475239"/>
            <a:ext cx="11329789" cy="29525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2" name="Google Shape;102;p3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16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  <p15:guide id="6" orient="horz" pos="218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ood slide / full-screen">
  <p:cSld name="Mood slide / full-screen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0"/>
          <p:cNvSpPr>
            <a:spLocks noGrp="1"/>
          </p:cNvSpPr>
          <p:nvPr>
            <p:ph type="pic" idx="2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05" name="Google Shape;105;p40"/>
          <p:cNvSpPr txBox="1">
            <a:spLocks noGrp="1"/>
          </p:cNvSpPr>
          <p:nvPr>
            <p:ph type="body" idx="1"/>
          </p:nvPr>
        </p:nvSpPr>
        <p:spPr>
          <a:xfrm>
            <a:off x="432000" y="1098000"/>
            <a:ext cx="8640000" cy="1487991"/>
          </a:xfrm>
          <a:prstGeom prst="rect">
            <a:avLst/>
          </a:prstGeom>
          <a:solidFill>
            <a:schemeClr val="dk2">
              <a:alpha val="84705"/>
            </a:schemeClr>
          </a:solidFill>
          <a:ln>
            <a:noFill/>
          </a:ln>
        </p:spPr>
        <p:txBody>
          <a:bodyPr spcFirstLastPara="1" wrap="square" lIns="432000" tIns="432000" rIns="432000" bIns="432000" anchor="t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40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6" name="Google Shape;106;p40"/>
          <p:cNvSpPr txBox="1">
            <a:spLocks noGrp="1"/>
          </p:cNvSpPr>
          <p:nvPr>
            <p:ph type="body" idx="3"/>
          </p:nvPr>
        </p:nvSpPr>
        <p:spPr>
          <a:xfrm>
            <a:off x="10841432" y="172618"/>
            <a:ext cx="1350568" cy="684364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  <a:defRPr sz="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0">
          <p15:clr>
            <a:srgbClr val="FBAE40"/>
          </p15:clr>
        </p15:guide>
        <p15:guide id="2" pos="5715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2x">
  <p:cSld name="Participant 2x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1"/>
          <p:cNvSpPr txBox="1">
            <a:spLocks noGrp="1"/>
          </p:cNvSpPr>
          <p:nvPr>
            <p:ph type="body" idx="1"/>
          </p:nvPr>
        </p:nvSpPr>
        <p:spPr>
          <a:xfrm>
            <a:off x="326136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41"/>
          <p:cNvSpPr txBox="1">
            <a:spLocks noGrp="1"/>
          </p:cNvSpPr>
          <p:nvPr>
            <p:ph type="body" idx="2"/>
          </p:nvPr>
        </p:nvSpPr>
        <p:spPr>
          <a:xfrm>
            <a:off x="6322980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41"/>
          <p:cNvSpPr txBox="1">
            <a:spLocks noGrp="1"/>
          </p:cNvSpPr>
          <p:nvPr>
            <p:ph type="body" idx="3"/>
          </p:nvPr>
        </p:nvSpPr>
        <p:spPr>
          <a:xfrm>
            <a:off x="326136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1" name="Google Shape;111;p41"/>
          <p:cNvSpPr txBox="1">
            <a:spLocks noGrp="1"/>
          </p:cNvSpPr>
          <p:nvPr>
            <p:ph type="body" idx="4"/>
          </p:nvPr>
        </p:nvSpPr>
        <p:spPr>
          <a:xfrm>
            <a:off x="6322980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2" name="Google Shape;112;p41"/>
          <p:cNvSpPr>
            <a:spLocks noGrp="1"/>
          </p:cNvSpPr>
          <p:nvPr>
            <p:ph type="pic" idx="5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3" name="Google Shape;113;p41"/>
          <p:cNvSpPr>
            <a:spLocks noGrp="1"/>
          </p:cNvSpPr>
          <p:nvPr>
            <p:ph type="pic" idx="6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4" name="Google Shape;114;p4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3x">
  <p:cSld name="Participant 3x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2"/>
          <p:cNvSpPr>
            <a:spLocks noGrp="1"/>
          </p:cNvSpPr>
          <p:nvPr>
            <p:ph type="pic" idx="2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17" name="Google Shape;117;p42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42"/>
          <p:cNvSpPr txBox="1">
            <a:spLocks noGrp="1"/>
          </p:cNvSpPr>
          <p:nvPr>
            <p:ph type="body" idx="3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42"/>
          <p:cNvSpPr txBox="1">
            <a:spLocks noGrp="1"/>
          </p:cNvSpPr>
          <p:nvPr>
            <p:ph type="body" idx="4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42"/>
          <p:cNvSpPr txBox="1">
            <a:spLocks noGrp="1"/>
          </p:cNvSpPr>
          <p:nvPr>
            <p:ph type="body" idx="5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1" name="Google Shape;121;p42"/>
          <p:cNvSpPr>
            <a:spLocks noGrp="1"/>
          </p:cNvSpPr>
          <p:nvPr>
            <p:ph type="pic" idx="6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2" name="Google Shape;122;p42"/>
          <p:cNvSpPr>
            <a:spLocks noGrp="1"/>
          </p:cNvSpPr>
          <p:nvPr>
            <p:ph type="pic" idx="7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3" name="Google Shape;123;p42"/>
          <p:cNvSpPr txBox="1">
            <a:spLocks noGrp="1"/>
          </p:cNvSpPr>
          <p:nvPr>
            <p:ph type="body" idx="8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42"/>
          <p:cNvSpPr txBox="1">
            <a:spLocks noGrp="1"/>
          </p:cNvSpPr>
          <p:nvPr>
            <p:ph type="body" idx="9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4x">
  <p:cSld name="Participant 4x"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3"/>
          <p:cNvSpPr>
            <a:spLocks noGrp="1"/>
          </p:cNvSpPr>
          <p:nvPr>
            <p:ph type="pic" idx="2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8" name="Google Shape;128;p43"/>
          <p:cNvSpPr>
            <a:spLocks noGrp="1"/>
          </p:cNvSpPr>
          <p:nvPr>
            <p:ph type="pic" idx="3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29" name="Google Shape;129;p43"/>
          <p:cNvSpPr>
            <a:spLocks noGrp="1"/>
          </p:cNvSpPr>
          <p:nvPr>
            <p:ph type="pic" idx="4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0" name="Google Shape;130;p43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1" name="Google Shape;131;p43"/>
          <p:cNvSpPr txBox="1">
            <a:spLocks noGrp="1"/>
          </p:cNvSpPr>
          <p:nvPr>
            <p:ph type="body" idx="5"/>
          </p:nvPr>
        </p:nvSpPr>
        <p:spPr>
          <a:xfrm>
            <a:off x="335822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2" name="Google Shape;132;p43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43"/>
          <p:cNvSpPr txBox="1">
            <a:spLocks noGrp="1"/>
          </p:cNvSpPr>
          <p:nvPr>
            <p:ph type="body" idx="7"/>
          </p:nvPr>
        </p:nvSpPr>
        <p:spPr>
          <a:xfrm>
            <a:off x="335822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43"/>
          <p:cNvSpPr txBox="1">
            <a:spLocks noGrp="1"/>
          </p:cNvSpPr>
          <p:nvPr>
            <p:ph type="body" idx="8"/>
          </p:nvPr>
        </p:nvSpPr>
        <p:spPr>
          <a:xfrm>
            <a:off x="6250847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p43"/>
          <p:cNvSpPr txBox="1">
            <a:spLocks noGrp="1"/>
          </p:cNvSpPr>
          <p:nvPr>
            <p:ph type="body" idx="9"/>
          </p:nvPr>
        </p:nvSpPr>
        <p:spPr>
          <a:xfrm>
            <a:off x="6250847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43"/>
          <p:cNvSpPr>
            <a:spLocks noGrp="1"/>
          </p:cNvSpPr>
          <p:nvPr>
            <p:ph type="pic" idx="13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7" name="Google Shape;137;p43"/>
          <p:cNvSpPr txBox="1">
            <a:spLocks noGrp="1"/>
          </p:cNvSpPr>
          <p:nvPr>
            <p:ph type="body" idx="14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8" name="Google Shape;138;p43"/>
          <p:cNvSpPr txBox="1">
            <a:spLocks noGrp="1"/>
          </p:cNvSpPr>
          <p:nvPr>
            <p:ph type="body" idx="15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9" name="Google Shape;139;p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rticipant 5x">
  <p:cSld name="Participant 5x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4"/>
          <p:cNvSpPr>
            <a:spLocks noGrp="1"/>
          </p:cNvSpPr>
          <p:nvPr>
            <p:ph type="pic" idx="2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2" name="Google Shape;142;p44"/>
          <p:cNvSpPr>
            <a:spLocks noGrp="1"/>
          </p:cNvSpPr>
          <p:nvPr>
            <p:ph type="pic" idx="3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3" name="Google Shape;143;p44"/>
          <p:cNvSpPr>
            <a:spLocks noGrp="1"/>
          </p:cNvSpPr>
          <p:nvPr>
            <p:ph type="pic" idx="4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4" name="Google Shape;144;p44"/>
          <p:cNvSpPr txBox="1">
            <a:spLocks noGrp="1"/>
          </p:cNvSpPr>
          <p:nvPr>
            <p:ph type="body" idx="1"/>
          </p:nvPr>
        </p:nvSpPr>
        <p:spPr>
          <a:xfrm>
            <a:off x="490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44"/>
          <p:cNvSpPr txBox="1">
            <a:spLocks noGrp="1"/>
          </p:cNvSpPr>
          <p:nvPr>
            <p:ph type="body" idx="5"/>
          </p:nvPr>
        </p:nvSpPr>
        <p:spPr>
          <a:xfrm>
            <a:off x="4804535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44"/>
          <p:cNvSpPr txBox="1">
            <a:spLocks noGrp="1"/>
          </p:cNvSpPr>
          <p:nvPr>
            <p:ph type="body" idx="6"/>
          </p:nvPr>
        </p:nvSpPr>
        <p:spPr>
          <a:xfrm>
            <a:off x="490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44"/>
          <p:cNvSpPr txBox="1">
            <a:spLocks noGrp="1"/>
          </p:cNvSpPr>
          <p:nvPr>
            <p:ph type="body" idx="7"/>
          </p:nvPr>
        </p:nvSpPr>
        <p:spPr>
          <a:xfrm>
            <a:off x="4804535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44"/>
          <p:cNvSpPr>
            <a:spLocks noGrp="1"/>
          </p:cNvSpPr>
          <p:nvPr>
            <p:ph type="pic" idx="8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9" name="Google Shape;149;p44"/>
          <p:cNvSpPr>
            <a:spLocks noGrp="1"/>
          </p:cNvSpPr>
          <p:nvPr>
            <p:ph type="pic" idx="9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50" name="Google Shape;150;p44"/>
          <p:cNvSpPr txBox="1">
            <a:spLocks noGrp="1"/>
          </p:cNvSpPr>
          <p:nvPr>
            <p:ph type="body" idx="13"/>
          </p:nvPr>
        </p:nvSpPr>
        <p:spPr>
          <a:xfrm>
            <a:off x="9112746" y="3169918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44"/>
          <p:cNvSpPr txBox="1">
            <a:spLocks noGrp="1"/>
          </p:cNvSpPr>
          <p:nvPr>
            <p:ph type="body" idx="14"/>
          </p:nvPr>
        </p:nvSpPr>
        <p:spPr>
          <a:xfrm>
            <a:off x="9112746" y="3516674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44"/>
          <p:cNvSpPr txBox="1">
            <a:spLocks noGrp="1"/>
          </p:cNvSpPr>
          <p:nvPr>
            <p:ph type="body" idx="15"/>
          </p:nvPr>
        </p:nvSpPr>
        <p:spPr>
          <a:xfrm>
            <a:off x="26532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44"/>
          <p:cNvSpPr txBox="1">
            <a:spLocks noGrp="1"/>
          </p:cNvSpPr>
          <p:nvPr>
            <p:ph type="body" idx="16"/>
          </p:nvPr>
        </p:nvSpPr>
        <p:spPr>
          <a:xfrm>
            <a:off x="26532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4" name="Google Shape;154;p44"/>
          <p:cNvSpPr txBox="1">
            <a:spLocks noGrp="1"/>
          </p:cNvSpPr>
          <p:nvPr>
            <p:ph type="body" idx="17"/>
          </p:nvPr>
        </p:nvSpPr>
        <p:spPr>
          <a:xfrm>
            <a:off x="6954501" y="5451145"/>
            <a:ext cx="258293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44"/>
          <p:cNvSpPr txBox="1">
            <a:spLocks noGrp="1"/>
          </p:cNvSpPr>
          <p:nvPr>
            <p:ph type="body" idx="18"/>
          </p:nvPr>
        </p:nvSpPr>
        <p:spPr>
          <a:xfrm>
            <a:off x="6954501" y="5797901"/>
            <a:ext cx="2582930" cy="6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6" name="Google Shape;156;p4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1)">
  <p:cSld name="Contact slide (1)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45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59" name="Google Shape;159;p45"/>
          <p:cNvSpPr txBox="1">
            <a:spLocks noGrp="1"/>
          </p:cNvSpPr>
          <p:nvPr>
            <p:ph type="body" idx="1"/>
          </p:nvPr>
        </p:nvSpPr>
        <p:spPr>
          <a:xfrm>
            <a:off x="3455998" y="2016000"/>
            <a:ext cx="5255944" cy="301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0" name="Google Shape;160;p45"/>
          <p:cNvSpPr txBox="1">
            <a:spLocks noGrp="1"/>
          </p:cNvSpPr>
          <p:nvPr>
            <p:ph type="body" idx="3"/>
          </p:nvPr>
        </p:nvSpPr>
        <p:spPr>
          <a:xfrm>
            <a:off x="3455998" y="1520825"/>
            <a:ext cx="525594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1" name="Google Shape;161;p45"/>
          <p:cNvSpPr>
            <a:spLocks noGrp="1"/>
          </p:cNvSpPr>
          <p:nvPr>
            <p:ph type="pic" idx="4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62" name="Google Shape;162;p45"/>
          <p:cNvSpPr txBox="1">
            <a:spLocks noGrp="1"/>
          </p:cNvSpPr>
          <p:nvPr>
            <p:ph type="body" idx="5"/>
          </p:nvPr>
        </p:nvSpPr>
        <p:spPr>
          <a:xfrm>
            <a:off x="3455998" y="2847527"/>
            <a:ext cx="5255944" cy="1139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3" name="Google Shape;163;p45"/>
          <p:cNvSpPr txBox="1">
            <a:spLocks noGrp="1"/>
          </p:cNvSpPr>
          <p:nvPr>
            <p:ph type="body" idx="6"/>
          </p:nvPr>
        </p:nvSpPr>
        <p:spPr>
          <a:xfrm>
            <a:off x="3455998" y="4535936"/>
            <a:ext cx="5255944" cy="18918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4" name="Google Shape;164;p4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2)">
  <p:cSld name="Contact slide (2)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46"/>
          <p:cNvPicPr preferRelativeResize="0">
            <a:picLocks noGrp="1"/>
          </p:cNvPicPr>
          <p:nvPr>
            <p:ph type="pic" idx="2"/>
          </p:nvPr>
        </p:nvPicPr>
        <p:blipFill/>
        <p:spPr>
          <a:xfrm>
            <a:off x="9146400" y="1098000"/>
            <a:ext cx="3045600" cy="5760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67" name="Google Shape;167;p46"/>
          <p:cNvSpPr txBox="1">
            <a:spLocks noGrp="1"/>
          </p:cNvSpPr>
          <p:nvPr>
            <p:ph type="body" idx="1"/>
          </p:nvPr>
        </p:nvSpPr>
        <p:spPr>
          <a:xfrm>
            <a:off x="4344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8" name="Google Shape;168;p46"/>
          <p:cNvSpPr txBox="1">
            <a:spLocks noGrp="1"/>
          </p:cNvSpPr>
          <p:nvPr>
            <p:ph type="body" idx="3"/>
          </p:nvPr>
        </p:nvSpPr>
        <p:spPr>
          <a:xfrm>
            <a:off x="4791658" y="4876301"/>
            <a:ext cx="3920284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9" name="Google Shape;169;p46"/>
          <p:cNvSpPr txBox="1">
            <a:spLocks noGrp="1"/>
          </p:cNvSpPr>
          <p:nvPr>
            <p:ph type="body" idx="4"/>
          </p:nvPr>
        </p:nvSpPr>
        <p:spPr>
          <a:xfrm>
            <a:off x="4344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0" name="Google Shape;170;p46"/>
          <p:cNvSpPr txBox="1">
            <a:spLocks noGrp="1"/>
          </p:cNvSpPr>
          <p:nvPr>
            <p:ph type="body" idx="5"/>
          </p:nvPr>
        </p:nvSpPr>
        <p:spPr>
          <a:xfrm>
            <a:off x="432000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1" name="Google Shape;171;p46"/>
          <p:cNvSpPr>
            <a:spLocks noGrp="1"/>
          </p:cNvSpPr>
          <p:nvPr>
            <p:ph type="pic" idx="6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2" name="Google Shape;172;p46"/>
          <p:cNvSpPr>
            <a:spLocks noGrp="1"/>
          </p:cNvSpPr>
          <p:nvPr>
            <p:ph type="pic" idx="7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73" name="Google Shape;173;p46"/>
          <p:cNvSpPr txBox="1">
            <a:spLocks noGrp="1"/>
          </p:cNvSpPr>
          <p:nvPr>
            <p:ph type="body" idx="8"/>
          </p:nvPr>
        </p:nvSpPr>
        <p:spPr>
          <a:xfrm>
            <a:off x="4791658" y="3842876"/>
            <a:ext cx="3920284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4" name="Google Shape;174;p46"/>
          <p:cNvSpPr txBox="1">
            <a:spLocks noGrp="1"/>
          </p:cNvSpPr>
          <p:nvPr>
            <p:ph type="body" idx="9"/>
          </p:nvPr>
        </p:nvSpPr>
        <p:spPr>
          <a:xfrm>
            <a:off x="4791658" y="3347701"/>
            <a:ext cx="3920284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4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ct slide (3)">
  <p:cSld name="Contact slide (3)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47"/>
          <p:cNvSpPr txBox="1">
            <a:spLocks noGrp="1"/>
          </p:cNvSpPr>
          <p:nvPr>
            <p:ph type="body" idx="1"/>
          </p:nvPr>
        </p:nvSpPr>
        <p:spPr>
          <a:xfrm>
            <a:off x="43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8" name="Google Shape;178;p47"/>
          <p:cNvSpPr txBox="1">
            <a:spLocks noGrp="1"/>
          </p:cNvSpPr>
          <p:nvPr>
            <p:ph type="body" idx="2"/>
          </p:nvPr>
        </p:nvSpPr>
        <p:spPr>
          <a:xfrm>
            <a:off x="4356100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47"/>
          <p:cNvSpPr txBox="1">
            <a:spLocks noGrp="1"/>
          </p:cNvSpPr>
          <p:nvPr>
            <p:ph type="body" idx="3"/>
          </p:nvPr>
        </p:nvSpPr>
        <p:spPr>
          <a:xfrm>
            <a:off x="431999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0" name="Google Shape;180;p47"/>
          <p:cNvSpPr txBox="1">
            <a:spLocks noGrp="1"/>
          </p:cNvSpPr>
          <p:nvPr>
            <p:ph type="body" idx="4"/>
          </p:nvPr>
        </p:nvSpPr>
        <p:spPr>
          <a:xfrm>
            <a:off x="431999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47"/>
          <p:cNvSpPr>
            <a:spLocks noGrp="1"/>
          </p:cNvSpPr>
          <p:nvPr>
            <p:ph type="pic" idx="5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2" name="Google Shape;182;p47"/>
          <p:cNvSpPr>
            <a:spLocks noGrp="1"/>
          </p:cNvSpPr>
          <p:nvPr>
            <p:ph type="pic" idx="6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3" name="Google Shape;183;p47"/>
          <p:cNvSpPr txBox="1">
            <a:spLocks noGrp="1"/>
          </p:cNvSpPr>
          <p:nvPr>
            <p:ph type="body" idx="7"/>
          </p:nvPr>
        </p:nvSpPr>
        <p:spPr>
          <a:xfrm>
            <a:off x="4356100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47"/>
          <p:cNvSpPr txBox="1">
            <a:spLocks noGrp="1"/>
          </p:cNvSpPr>
          <p:nvPr>
            <p:ph type="body" idx="8"/>
          </p:nvPr>
        </p:nvSpPr>
        <p:spPr>
          <a:xfrm>
            <a:off x="4356100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5" name="Google Shape;185;p47"/>
          <p:cNvSpPr txBox="1">
            <a:spLocks noGrp="1"/>
          </p:cNvSpPr>
          <p:nvPr>
            <p:ph type="body" idx="9"/>
          </p:nvPr>
        </p:nvSpPr>
        <p:spPr>
          <a:xfrm>
            <a:off x="8278813" y="4876301"/>
            <a:ext cx="3479800" cy="1551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6" name="Google Shape;186;p47"/>
          <p:cNvSpPr>
            <a:spLocks noGrp="1"/>
          </p:cNvSpPr>
          <p:nvPr>
            <p:ph type="pic" idx="13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87" name="Google Shape;187;p47"/>
          <p:cNvSpPr txBox="1">
            <a:spLocks noGrp="1"/>
          </p:cNvSpPr>
          <p:nvPr>
            <p:ph type="body" idx="14"/>
          </p:nvPr>
        </p:nvSpPr>
        <p:spPr>
          <a:xfrm>
            <a:off x="8278813" y="3842876"/>
            <a:ext cx="3479800" cy="6342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8" name="Google Shape;188;p47"/>
          <p:cNvSpPr txBox="1">
            <a:spLocks noGrp="1"/>
          </p:cNvSpPr>
          <p:nvPr>
            <p:ph type="body" idx="15"/>
          </p:nvPr>
        </p:nvSpPr>
        <p:spPr>
          <a:xfrm>
            <a:off x="8278813" y="3347701"/>
            <a:ext cx="347980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 b="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/>
            </a:lvl5pPr>
            <a:lvl6pPr marL="2743200" lvl="5" indent="-3429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9" name="Google Shape;189;p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3">
          <p15:clr>
            <a:srgbClr val="FBAE40"/>
          </p15:clr>
        </p15:guide>
        <p15:guide id="2" pos="270">
          <p15:clr>
            <a:srgbClr val="FBAE40"/>
          </p15:clr>
        </p15:guide>
        <p15:guide id="3" orient="horz" pos="692">
          <p15:clr>
            <a:srgbClr val="FBAE40"/>
          </p15:clr>
        </p15:guide>
        <p15:guide id="4" orient="horz" pos="4049">
          <p15:clr>
            <a:srgbClr val="FBAE40"/>
          </p15:clr>
        </p15:guide>
        <p15:guide id="5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  <a:defRPr sz="28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2"/>
          <p:cNvSpPr txBox="1"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2"/>
          <p:cNvSpPr txBox="1">
            <a:spLocks noGrp="1"/>
          </p:cNvSpPr>
          <p:nvPr>
            <p:ph type="ftr" idx="11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2"/>
          <p:cNvSpPr txBox="1">
            <a:spLocks noGrp="1"/>
          </p:cNvSpPr>
          <p:nvPr>
            <p:ph type="sldNum" idx="12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0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pic>
        <p:nvPicPr>
          <p:cNvPr id="14" name="Google Shape;14;p22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11021614" y="352800"/>
            <a:ext cx="738385" cy="324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2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64.jpg"/><Relationship Id="rId7" Type="http://schemas.openxmlformats.org/officeDocument/2006/relationships/image" Target="../media/image7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hyperlink" Target="about:blank" TargetMode="External"/><Relationship Id="rId9" Type="http://schemas.openxmlformats.org/officeDocument/2006/relationships/image" Target="../media/image77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64.jpg"/><Relationship Id="rId7" Type="http://schemas.openxmlformats.org/officeDocument/2006/relationships/image" Target="../media/image8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Relationship Id="rId9" Type="http://schemas.openxmlformats.org/officeDocument/2006/relationships/image" Target="../media/image84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8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"/>
          <p:cNvSpPr txBox="1">
            <a:spLocks noGrp="1"/>
          </p:cNvSpPr>
          <p:nvPr>
            <p:ph type="subTitle" idx="1"/>
          </p:nvPr>
        </p:nvSpPr>
        <p:spPr>
          <a:xfrm>
            <a:off x="431999" y="5868000"/>
            <a:ext cx="11331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-GB"/>
              <a:t>bbv Software Services AG  |  21/07/2025</a:t>
            </a:r>
            <a:endParaRPr/>
          </a:p>
        </p:txBody>
      </p:sp>
      <p:sp>
        <p:nvSpPr>
          <p:cNvPr id="201" name="Google Shape;201;p2"/>
          <p:cNvSpPr txBox="1">
            <a:spLocks noGrp="1"/>
          </p:cNvSpPr>
          <p:nvPr>
            <p:ph type="ctrTitle"/>
          </p:nvPr>
        </p:nvSpPr>
        <p:spPr>
          <a:xfrm>
            <a:off x="431999" y="4246162"/>
            <a:ext cx="113313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Arial"/>
              <a:buNone/>
            </a:pPr>
            <a:r>
              <a:rPr lang="en-GB"/>
              <a:t>MAIN FUNCTIONALITY IN THE TRELLO SYSTEM</a:t>
            </a:r>
            <a:endParaRPr/>
          </a:p>
        </p:txBody>
      </p:sp>
      <p:sp>
        <p:nvSpPr>
          <p:cNvPr id="202" name="Google Shape;202;p2"/>
          <p:cNvSpPr txBox="1">
            <a:spLocks noGrp="1"/>
          </p:cNvSpPr>
          <p:nvPr>
            <p:ph type="body" idx="3"/>
          </p:nvPr>
        </p:nvSpPr>
        <p:spPr>
          <a:xfrm>
            <a:off x="9169200" y="1962000"/>
            <a:ext cx="2592000" cy="129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00"/>
              <a:buNone/>
            </a:pPr>
            <a:endParaRPr/>
          </a:p>
        </p:txBody>
      </p:sp>
      <p:grpSp>
        <p:nvGrpSpPr>
          <p:cNvPr id="203" name="Google Shape;203;p2"/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204" name="Google Shape;204;p2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05" name="Google Shape;205;p2"/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206" name="Google Shape;206;p2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7" name="Google Shape;207;p2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pic>
        <p:nvPicPr>
          <p:cNvPr id="208" name="Google Shape;208;p2"/>
          <p:cNvPicPr preferRelativeResize="0">
            <a:picLocks noGrp="1"/>
          </p:cNvPicPr>
          <p:nvPr>
            <p:ph type="pic" idx="2"/>
          </p:nvPr>
        </p:nvPicPr>
        <p:blipFill rotWithShape="1">
          <a:blip r:embed="rId6">
            <a:alphaModFix/>
          </a:blip>
          <a:srcRect l="-2536" r="30072"/>
          <a:stretch/>
        </p:blipFill>
        <p:spPr>
          <a:xfrm>
            <a:off x="0" y="1098000"/>
            <a:ext cx="11761200" cy="21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"/>
          <p:cNvSpPr txBox="1">
            <a:spLocks noGrp="1"/>
          </p:cNvSpPr>
          <p:nvPr>
            <p:ph type="body" idx="1"/>
          </p:nvPr>
        </p:nvSpPr>
        <p:spPr>
          <a:xfrm>
            <a:off x="432000" y="1530000"/>
            <a:ext cx="5232000" cy="48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625475" lvl="0" indent="-6254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Introduction to Functionality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Font typeface="Arial"/>
              <a:buAutoNum type="arabicPeriod"/>
            </a:pPr>
            <a:r>
              <a:rPr lang="en-GB"/>
              <a:t>UI in the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Entities in Trello System</a:t>
            </a:r>
            <a:endParaRPr/>
          </a:p>
          <a:p>
            <a:pPr marL="625475" lvl="0" indent="-625475" algn="l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ts val="2340"/>
              <a:buAutoNum type="arabicPeriod"/>
            </a:pPr>
            <a:r>
              <a:rPr lang="en-GB"/>
              <a:t>Q&amp;A</a:t>
            </a:r>
            <a:endParaRPr/>
          </a:p>
        </p:txBody>
      </p:sp>
      <p:sp>
        <p:nvSpPr>
          <p:cNvPr id="215" name="Google Shape;215;p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Agenda</a:t>
            </a:r>
            <a:endParaRPr/>
          </a:p>
        </p:txBody>
      </p:sp>
      <p:pic>
        <p:nvPicPr>
          <p:cNvPr id="216" name="Google Shape;216;p3" descr="Trello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691" t="-12991" r="1691" b="-12991"/>
          <a:stretch/>
        </p:blipFill>
        <p:spPr>
          <a:xfrm>
            <a:off x="5662625" y="878175"/>
            <a:ext cx="6096000" cy="5759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70fc456c4b_0_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BOARDS TAB IN TRELLO SYSTEM</a:t>
            </a:r>
            <a:endParaRPr/>
          </a:p>
        </p:txBody>
      </p:sp>
      <p:sp>
        <p:nvSpPr>
          <p:cNvPr id="223" name="Google Shape;223;g370fc456c4b_0_4"/>
          <p:cNvSpPr txBox="1">
            <a:spLocks noGrp="1"/>
          </p:cNvSpPr>
          <p:nvPr>
            <p:ph type="body" idx="1"/>
          </p:nvPr>
        </p:nvSpPr>
        <p:spPr>
          <a:xfrm>
            <a:off x="2496900" y="1273625"/>
            <a:ext cx="70239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24" name="Google Shape;224;g370fc456c4b_0_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96825" y="1273625"/>
            <a:ext cx="7024061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g370fc456c4b_0_4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26" name="Google Shape;226;g370fc456c4b_0_4"/>
          <p:cNvSpPr txBox="1"/>
          <p:nvPr/>
        </p:nvSpPr>
        <p:spPr>
          <a:xfrm>
            <a:off x="2640850" y="439037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Workspace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27" name="Google Shape;227;g370fc456c4b_0_4"/>
          <p:cNvSpPr/>
          <p:nvPr/>
        </p:nvSpPr>
        <p:spPr>
          <a:xfrm>
            <a:off x="4256700" y="1528775"/>
            <a:ext cx="1434000" cy="743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28" name="Google Shape;228;g370fc456c4b_0_4"/>
          <p:cNvCxnSpPr>
            <a:stCxn id="225" idx="1"/>
          </p:cNvCxnSpPr>
          <p:nvPr/>
        </p:nvCxnSpPr>
        <p:spPr>
          <a:xfrm flipH="1">
            <a:off x="5654925" y="1528775"/>
            <a:ext cx="1064100" cy="1062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9" name="Google Shape;229;g370fc456c4b_0_4"/>
          <p:cNvSpPr/>
          <p:nvPr/>
        </p:nvSpPr>
        <p:spPr>
          <a:xfrm>
            <a:off x="4220925" y="2801900"/>
            <a:ext cx="1434000" cy="743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30" name="Google Shape;230;g370fc456c4b_0_4"/>
          <p:cNvCxnSpPr/>
          <p:nvPr/>
        </p:nvCxnSpPr>
        <p:spPr>
          <a:xfrm flipH="1">
            <a:off x="5665425" y="1681175"/>
            <a:ext cx="1206000" cy="115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g370fc456c4b_0_4"/>
          <p:cNvCxnSpPr>
            <a:endCxn id="226" idx="2"/>
          </p:cNvCxnSpPr>
          <p:nvPr/>
        </p:nvCxnSpPr>
        <p:spPr>
          <a:xfrm rot="10800000">
            <a:off x="3304750" y="4828675"/>
            <a:ext cx="962100" cy="291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2" name="Google Shape;232;g370fc456c4b_0_4"/>
          <p:cNvSpPr/>
          <p:nvPr/>
        </p:nvSpPr>
        <p:spPr>
          <a:xfrm>
            <a:off x="4220925" y="5108275"/>
            <a:ext cx="1434000" cy="565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33" name="Google Shape;233;g370fc456c4b_0_4"/>
          <p:cNvSpPr/>
          <p:nvPr/>
        </p:nvSpPr>
        <p:spPr>
          <a:xfrm>
            <a:off x="2570475" y="2890850"/>
            <a:ext cx="1532100" cy="241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34" name="Google Shape;234;g370fc456c4b_0_4"/>
          <p:cNvCxnSpPr>
            <a:stCxn id="226" idx="0"/>
            <a:endCxn id="233" idx="2"/>
          </p:cNvCxnSpPr>
          <p:nvPr/>
        </p:nvCxnSpPr>
        <p:spPr>
          <a:xfrm rot="10800000" flipH="1">
            <a:off x="3304750" y="3132775"/>
            <a:ext cx="31800" cy="1257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6f5cd5a2ba_1_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TEMPLATE TAB IN TRELLO SYSTEM</a:t>
            </a:r>
            <a:endParaRPr/>
          </a:p>
        </p:txBody>
      </p:sp>
      <p:sp>
        <p:nvSpPr>
          <p:cNvPr id="241" name="Google Shape;241;g36f5cd5a2ba_1_8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42" name="Google Shape;242;g36f5cd5a2ba_1_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3528" y="1321478"/>
            <a:ext cx="9651249" cy="505859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g36f5cd5a2ba_1_8"/>
          <p:cNvSpPr txBox="1"/>
          <p:nvPr/>
        </p:nvSpPr>
        <p:spPr>
          <a:xfrm>
            <a:off x="1558600" y="1327125"/>
            <a:ext cx="2119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TemplateCategory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44" name="Google Shape;244;g36f5cd5a2ba_1_8"/>
          <p:cNvSpPr txBox="1"/>
          <p:nvPr/>
        </p:nvSpPr>
        <p:spPr>
          <a:xfrm>
            <a:off x="6508525" y="31495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245" name="Google Shape;245;g36f5cd5a2ba_1_8"/>
          <p:cNvSpPr/>
          <p:nvPr/>
        </p:nvSpPr>
        <p:spPr>
          <a:xfrm>
            <a:off x="3367525" y="1994552"/>
            <a:ext cx="971400" cy="1223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46" name="Google Shape;246;g36f5cd5a2ba_1_8"/>
          <p:cNvCxnSpPr>
            <a:stCxn id="243" idx="2"/>
            <a:endCxn id="247" idx="0"/>
          </p:cNvCxnSpPr>
          <p:nvPr/>
        </p:nvCxnSpPr>
        <p:spPr>
          <a:xfrm flipH="1">
            <a:off x="2006200" y="1765425"/>
            <a:ext cx="612300" cy="3816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8" name="Google Shape;248;g36f5cd5a2ba_1_8"/>
          <p:cNvCxnSpPr/>
          <p:nvPr/>
        </p:nvCxnSpPr>
        <p:spPr>
          <a:xfrm flipH="1">
            <a:off x="5654975" y="3547250"/>
            <a:ext cx="1048800" cy="226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9" name="Google Shape;249;g36f5cd5a2ba_1_8"/>
          <p:cNvSpPr/>
          <p:nvPr/>
        </p:nvSpPr>
        <p:spPr>
          <a:xfrm>
            <a:off x="3434150" y="3855700"/>
            <a:ext cx="2181600" cy="2354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0" name="Google Shape;250;g36f5cd5a2ba_1_8"/>
          <p:cNvCxnSpPr/>
          <p:nvPr/>
        </p:nvCxnSpPr>
        <p:spPr>
          <a:xfrm flipH="1">
            <a:off x="6755225" y="3557525"/>
            <a:ext cx="195300" cy="205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1" name="Google Shape;251;g36f5cd5a2ba_1_8"/>
          <p:cNvSpPr/>
          <p:nvPr/>
        </p:nvSpPr>
        <p:spPr>
          <a:xfrm>
            <a:off x="5792225" y="3855700"/>
            <a:ext cx="2248200" cy="2436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247" name="Google Shape;247;g36f5cd5a2ba_1_8"/>
          <p:cNvSpPr/>
          <p:nvPr/>
        </p:nvSpPr>
        <p:spPr>
          <a:xfrm>
            <a:off x="1246350" y="2146950"/>
            <a:ext cx="1519800" cy="315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52" name="Google Shape;252;g36f5cd5a2ba_1_8"/>
          <p:cNvCxnSpPr>
            <a:endCxn id="245" idx="0"/>
          </p:cNvCxnSpPr>
          <p:nvPr/>
        </p:nvCxnSpPr>
        <p:spPr>
          <a:xfrm>
            <a:off x="2908225" y="1773152"/>
            <a:ext cx="945000" cy="2214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6f5cd5a2ba_0_2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TEMPLATE IN TRELLO SYSTEM</a:t>
            </a:r>
            <a:endParaRPr/>
          </a:p>
        </p:txBody>
      </p:sp>
      <p:sp>
        <p:nvSpPr>
          <p:cNvPr id="259" name="Google Shape;259;g36f5cd5a2ba_0_22"/>
          <p:cNvSpPr txBox="1">
            <a:spLocks noGrp="1"/>
          </p:cNvSpPr>
          <p:nvPr>
            <p:ph type="body" idx="1"/>
          </p:nvPr>
        </p:nvSpPr>
        <p:spPr>
          <a:xfrm>
            <a:off x="903500" y="1273625"/>
            <a:ext cx="96513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60" name="Google Shape;260;g36f5cd5a2ba_0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3500" y="1273625"/>
            <a:ext cx="9651301" cy="5123755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g36f5cd5a2ba_0_22"/>
          <p:cNvSpPr txBox="1"/>
          <p:nvPr/>
        </p:nvSpPr>
        <p:spPr>
          <a:xfrm>
            <a:off x="6719025" y="1309625"/>
            <a:ext cx="8103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262" name="Google Shape;262;g36f5cd5a2ba_0_22"/>
          <p:cNvSpPr/>
          <p:nvPr/>
        </p:nvSpPr>
        <p:spPr>
          <a:xfrm>
            <a:off x="7639450" y="2001750"/>
            <a:ext cx="2786400" cy="433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263" name="Google Shape;263;g36f5cd5a2ba_0_22"/>
          <p:cNvCxnSpPr>
            <a:endCxn id="261" idx="2"/>
          </p:cNvCxnSpPr>
          <p:nvPr/>
        </p:nvCxnSpPr>
        <p:spPr>
          <a:xfrm rot="10800000">
            <a:off x="7124175" y="1747925"/>
            <a:ext cx="484500" cy="87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4" name="Google Shape;264;g36f5cd5a2ba_0_22"/>
          <p:cNvSpPr txBox="1"/>
          <p:nvPr/>
        </p:nvSpPr>
        <p:spPr>
          <a:xfrm>
            <a:off x="5403275" y="1309625"/>
            <a:ext cx="13005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265" name="Google Shape;265;g36f5cd5a2ba_0_22"/>
          <p:cNvCxnSpPr/>
          <p:nvPr/>
        </p:nvCxnSpPr>
        <p:spPr>
          <a:xfrm flipH="1">
            <a:off x="4801625" y="1614250"/>
            <a:ext cx="904800" cy="740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66" name="Google Shape;266;g36f5cd5a2ba_0_22"/>
          <p:cNvSpPr/>
          <p:nvPr/>
        </p:nvSpPr>
        <p:spPr>
          <a:xfrm>
            <a:off x="1131025" y="1391325"/>
            <a:ext cx="3660300" cy="43320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6f5cd5a2ba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CREATE WORKSPACE IN TRELLO SYSTEM</a:t>
            </a:r>
            <a:endParaRPr/>
          </a:p>
        </p:txBody>
      </p:sp>
      <p:sp>
        <p:nvSpPr>
          <p:cNvPr id="273" name="Google Shape;273;g36f5cd5a2ba_1_0"/>
          <p:cNvSpPr txBox="1">
            <a:spLocks noGrp="1"/>
          </p:cNvSpPr>
          <p:nvPr>
            <p:ph type="body" idx="1"/>
          </p:nvPr>
        </p:nvSpPr>
        <p:spPr>
          <a:xfrm>
            <a:off x="1524950" y="1273625"/>
            <a:ext cx="9142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274" name="Google Shape;274;g36f5cd5a2ba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949" y="1273625"/>
            <a:ext cx="9142101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g36f5cd5a2ba_1_0"/>
          <p:cNvSpPr txBox="1"/>
          <p:nvPr/>
        </p:nvSpPr>
        <p:spPr>
          <a:xfrm>
            <a:off x="7295325" y="1528775"/>
            <a:ext cx="1461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39800"/>
                </a:solidFill>
              </a:rPr>
              <a:t>Workspace Information</a:t>
            </a:r>
            <a:endParaRPr sz="1800">
              <a:solidFill>
                <a:srgbClr val="F39800"/>
              </a:solidFill>
            </a:endParaRPr>
          </a:p>
        </p:txBody>
      </p:sp>
      <p:sp>
        <p:nvSpPr>
          <p:cNvPr id="276" name="Google Shape;276;g36f5cd5a2ba_1_0"/>
          <p:cNvSpPr/>
          <p:nvPr/>
        </p:nvSpPr>
        <p:spPr>
          <a:xfrm>
            <a:off x="1619625" y="2282601"/>
            <a:ext cx="3654900" cy="345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277" name="Google Shape;277;g36f5cd5a2ba_1_0"/>
          <p:cNvCxnSpPr>
            <a:endCxn id="275" idx="1"/>
          </p:cNvCxnSpPr>
          <p:nvPr/>
        </p:nvCxnSpPr>
        <p:spPr>
          <a:xfrm rot="10800000" flipH="1">
            <a:off x="5280525" y="1898225"/>
            <a:ext cx="2014800" cy="2883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g370fc456c4b_0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0350" y="1189600"/>
            <a:ext cx="8663301" cy="5354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g370fc456c4b_0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285" name="Google Shape;285;g370fc456c4b_0_23"/>
          <p:cNvSpPr txBox="1"/>
          <p:nvPr/>
        </p:nvSpPr>
        <p:spPr>
          <a:xfrm>
            <a:off x="1951800" y="5737675"/>
            <a:ext cx="8649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86" name="Google Shape;286;g370fc456c4b_0_23"/>
          <p:cNvCxnSpPr>
            <a:stCxn id="287" idx="1"/>
            <a:endCxn id="285" idx="3"/>
          </p:cNvCxnSpPr>
          <p:nvPr/>
        </p:nvCxnSpPr>
        <p:spPr>
          <a:xfrm rot="10800000">
            <a:off x="2816675" y="5917675"/>
            <a:ext cx="4056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7" name="Google Shape;287;g370fc456c4b_0_23"/>
          <p:cNvSpPr/>
          <p:nvPr/>
        </p:nvSpPr>
        <p:spPr>
          <a:xfrm>
            <a:off x="3222275" y="5461675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8" name="Google Shape;288;g370fc456c4b_0_23"/>
          <p:cNvSpPr/>
          <p:nvPr/>
        </p:nvSpPr>
        <p:spPr>
          <a:xfrm>
            <a:off x="3222275" y="3516550"/>
            <a:ext cx="1601100" cy="912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89" name="Google Shape;289;g370fc456c4b_0_23"/>
          <p:cNvSpPr txBox="1"/>
          <p:nvPr/>
        </p:nvSpPr>
        <p:spPr>
          <a:xfrm>
            <a:off x="1712475" y="4319475"/>
            <a:ext cx="11856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0" name="Google Shape;290;g370fc456c4b_0_23"/>
          <p:cNvCxnSpPr>
            <a:stCxn id="288" idx="1"/>
            <a:endCxn id="289" idx="3"/>
          </p:cNvCxnSpPr>
          <p:nvPr/>
        </p:nvCxnSpPr>
        <p:spPr>
          <a:xfrm flipH="1">
            <a:off x="2897975" y="3972550"/>
            <a:ext cx="324300" cy="52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1" name="Google Shape;291;g370fc456c4b_0_23"/>
          <p:cNvSpPr/>
          <p:nvPr/>
        </p:nvSpPr>
        <p:spPr>
          <a:xfrm>
            <a:off x="3962375" y="1528775"/>
            <a:ext cx="546900" cy="46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292" name="Google Shape;292;g370fc456c4b_0_23"/>
          <p:cNvSpPr txBox="1"/>
          <p:nvPr/>
        </p:nvSpPr>
        <p:spPr>
          <a:xfrm>
            <a:off x="5503200" y="1582475"/>
            <a:ext cx="15393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chemeClr val="dk1"/>
              </a:solidFill>
            </a:endParaRPr>
          </a:p>
        </p:txBody>
      </p:sp>
      <p:cxnSp>
        <p:nvCxnSpPr>
          <p:cNvPr id="293" name="Google Shape;293;g370fc456c4b_0_23"/>
          <p:cNvCxnSpPr>
            <a:stCxn id="292" idx="1"/>
            <a:endCxn id="291" idx="3"/>
          </p:cNvCxnSpPr>
          <p:nvPr/>
        </p:nvCxnSpPr>
        <p:spPr>
          <a:xfrm rot="10800000">
            <a:off x="4509300" y="1762475"/>
            <a:ext cx="993900" cy="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711d298ec9_0_75"/>
          <p:cNvSpPr txBox="1">
            <a:spLocks noGrp="1"/>
          </p:cNvSpPr>
          <p:nvPr>
            <p:ph type="body" idx="1"/>
          </p:nvPr>
        </p:nvSpPr>
        <p:spPr>
          <a:xfrm>
            <a:off x="432000" y="1631000"/>
            <a:ext cx="11329200" cy="3596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310" name="Google Shape;310;g3711d298ec9_0_7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USER, WORKSPACE, BOARD, TEMPLATE, TEMPLATECATEGORY, USERBOARD RELATIONSHIP</a:t>
            </a:r>
            <a:endParaRPr/>
          </a:p>
        </p:txBody>
      </p:sp>
      <p:pic>
        <p:nvPicPr>
          <p:cNvPr id="311" name="Google Shape;311;g3711d298ec9_0_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7800"/>
            <a:ext cx="11056625" cy="546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g370f527ffbd_1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900" y="1665500"/>
            <a:ext cx="10629827" cy="3844575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g370f527ffbd_1_1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19" name="Google Shape;319;g370f527ffbd_1_12"/>
          <p:cNvSpPr txBox="1"/>
          <p:nvPr/>
        </p:nvSpPr>
        <p:spPr>
          <a:xfrm>
            <a:off x="6427850" y="3586950"/>
            <a:ext cx="113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20" name="Google Shape;320;g370f527ffbd_1_12"/>
          <p:cNvCxnSpPr/>
          <p:nvPr/>
        </p:nvCxnSpPr>
        <p:spPr>
          <a:xfrm rot="10800000" flipH="1">
            <a:off x="5741150" y="3850500"/>
            <a:ext cx="794700" cy="203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1" name="Google Shape;321;g370f527ffbd_1_12"/>
          <p:cNvSpPr/>
          <p:nvPr/>
        </p:nvSpPr>
        <p:spPr>
          <a:xfrm>
            <a:off x="5487250" y="4048650"/>
            <a:ext cx="25974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pic>
        <p:nvPicPr>
          <p:cNvPr id="322" name="Google Shape;322;g370f527ffbd_1_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10074" y="1375875"/>
            <a:ext cx="3249916" cy="1154900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g370f527ffbd_1_12"/>
          <p:cNvSpPr/>
          <p:nvPr/>
        </p:nvSpPr>
        <p:spPr>
          <a:xfrm>
            <a:off x="9763775" y="4120000"/>
            <a:ext cx="815100" cy="338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24" name="Google Shape;324;g370f527ffbd_1_12"/>
          <p:cNvSpPr txBox="1"/>
          <p:nvPr/>
        </p:nvSpPr>
        <p:spPr>
          <a:xfrm>
            <a:off x="8910825" y="35869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25" name="Google Shape;325;g370f527ffbd_1_12"/>
          <p:cNvCxnSpPr>
            <a:endCxn id="323" idx="0"/>
          </p:cNvCxnSpPr>
          <p:nvPr/>
        </p:nvCxnSpPr>
        <p:spPr>
          <a:xfrm>
            <a:off x="9940325" y="3901300"/>
            <a:ext cx="231000" cy="218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6" name="Google Shape;326;g370f527ffbd_1_12"/>
          <p:cNvSpPr txBox="1"/>
          <p:nvPr/>
        </p:nvSpPr>
        <p:spPr>
          <a:xfrm>
            <a:off x="8207075" y="2378150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ShareLink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27" name="Google Shape;327;g370f527ffbd_1_12"/>
          <p:cNvCxnSpPr/>
          <p:nvPr/>
        </p:nvCxnSpPr>
        <p:spPr>
          <a:xfrm rot="10800000" flipH="1">
            <a:off x="9197925" y="1508975"/>
            <a:ext cx="631800" cy="19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8" name="Google Shape;328;g370f527ffbd_1_12"/>
          <p:cNvSpPr/>
          <p:nvPr/>
        </p:nvSpPr>
        <p:spPr>
          <a:xfrm>
            <a:off x="10345800" y="2839850"/>
            <a:ext cx="1084200" cy="293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29" name="Google Shape;329;g370f527ffbd_1_12"/>
          <p:cNvCxnSpPr>
            <a:endCxn id="328" idx="1"/>
          </p:cNvCxnSpPr>
          <p:nvPr/>
        </p:nvCxnSpPr>
        <p:spPr>
          <a:xfrm>
            <a:off x="9360300" y="2681150"/>
            <a:ext cx="985500" cy="3054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70f527ffbd_1_1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pic>
        <p:nvPicPr>
          <p:cNvPr id="1026" name="Picture 2" descr="https://lh7-rt.googleusercontent.com/slidesz/AGV_vUdyvCMqoaHIv-P_ZjeyNGv6eUeQyaIYblXqFBgpH_c9-96epzHn3p8OfTK6aYiPy-xnfqaXkCGDMhh2fw7JOn16zfZcd3aqBXHDyDCjBCOlpb6KG9HzK2_169jAcsXR5j1z-cqyBx3DQ-tom2h7vg=s2048?key=AOcUDucPNNEPgcnOTKM4TQ">
            <a:extLst>
              <a:ext uri="{FF2B5EF4-FFF2-40B4-BE49-F238E27FC236}">
                <a16:creationId xmlns:a16="http://schemas.microsoft.com/office/drawing/2014/main" id="{69A02EF4-42E8-42B4-9F30-F002979617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25" y="1098000"/>
            <a:ext cx="11487150" cy="2647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s://lh7-rt.googleusercontent.com/slidesz/AGV_vUesB3SVFF4ib2C3vBtI5Oa9RYduT-uzmHRmzK9x4zRTxL25_TO2TA48bfPxylqsRWouDBMfTuMLCZTpMWD2OaRfb2cLL426ediCNeP8-6zjTHhL5u4mxFrYD7Bgg0BEIu0YYqRJOf-ZVYNyQ2TXBA=s2048?key=AOcUDucPNNEPgcnOTKM4TQ">
            <a:extLst>
              <a:ext uri="{FF2B5EF4-FFF2-40B4-BE49-F238E27FC236}">
                <a16:creationId xmlns:a16="http://schemas.microsoft.com/office/drawing/2014/main" id="{7FA74A36-397D-442D-9F75-811F4FD06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2425" y="3915527"/>
            <a:ext cx="11256861" cy="2517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02114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g3711d298ec9_0_1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1" y="900199"/>
            <a:ext cx="10146875" cy="5931488"/>
          </a:xfrm>
          <a:prstGeom prst="rect">
            <a:avLst/>
          </a:prstGeom>
          <a:noFill/>
          <a:ln>
            <a:noFill/>
          </a:ln>
        </p:spPr>
      </p:pic>
      <p:sp>
        <p:nvSpPr>
          <p:cNvPr id="336" name="Google Shape;336;g3711d298ec9_0_11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337" name="Google Shape;337;g3711d298ec9_0_119"/>
          <p:cNvSpPr txBox="1"/>
          <p:nvPr/>
        </p:nvSpPr>
        <p:spPr>
          <a:xfrm>
            <a:off x="5914800" y="3779800"/>
            <a:ext cx="113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Member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38" name="Google Shape;338;g3711d298ec9_0_119"/>
          <p:cNvCxnSpPr/>
          <p:nvPr/>
        </p:nvCxnSpPr>
        <p:spPr>
          <a:xfrm rot="10800000" flipH="1">
            <a:off x="4762500" y="4233475"/>
            <a:ext cx="1152300" cy="623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9" name="Google Shape;339;g3711d298ec9_0_119"/>
          <p:cNvSpPr/>
          <p:nvPr/>
        </p:nvSpPr>
        <p:spPr>
          <a:xfrm>
            <a:off x="1011300" y="4824775"/>
            <a:ext cx="3798000" cy="6552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40" name="Google Shape;340;g3711d298ec9_0_119"/>
          <p:cNvSpPr/>
          <p:nvPr/>
        </p:nvSpPr>
        <p:spPr>
          <a:xfrm>
            <a:off x="8529050" y="4931375"/>
            <a:ext cx="815100" cy="338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41" name="Google Shape;341;g3711d298ec9_0_119"/>
          <p:cNvSpPr txBox="1"/>
          <p:nvPr/>
        </p:nvSpPr>
        <p:spPr>
          <a:xfrm>
            <a:off x="7499700" y="4314175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Permission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42" name="Google Shape;342;g3711d298ec9_0_119"/>
          <p:cNvCxnSpPr>
            <a:endCxn id="340" idx="0"/>
          </p:cNvCxnSpPr>
          <p:nvPr/>
        </p:nvCxnSpPr>
        <p:spPr>
          <a:xfrm>
            <a:off x="8705600" y="4712675"/>
            <a:ext cx="231000" cy="218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3" name="Google Shape;343;g3711d298ec9_0_119"/>
          <p:cNvSpPr txBox="1"/>
          <p:nvPr/>
        </p:nvSpPr>
        <p:spPr>
          <a:xfrm>
            <a:off x="6972350" y="2643475"/>
            <a:ext cx="155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ShareLink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44" name="Google Shape;344;g3711d298ec9_0_119"/>
          <p:cNvCxnSpPr>
            <a:stCxn id="343" idx="1"/>
          </p:cNvCxnSpPr>
          <p:nvPr/>
        </p:nvCxnSpPr>
        <p:spPr>
          <a:xfrm flipH="1">
            <a:off x="6338150" y="2874325"/>
            <a:ext cx="634200" cy="288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5" name="Google Shape;345;g3711d298ec9_0_119"/>
          <p:cNvSpPr/>
          <p:nvPr/>
        </p:nvSpPr>
        <p:spPr>
          <a:xfrm>
            <a:off x="950150" y="3145575"/>
            <a:ext cx="5352900" cy="6231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7121c272f6_2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SHARELINK, PERMISSION, MEMBER RELATIONSHIP</a:t>
            </a:r>
            <a:endParaRPr/>
          </a:p>
        </p:txBody>
      </p:sp>
      <p:pic>
        <p:nvPicPr>
          <p:cNvPr id="384" name="Google Shape;384;g37121c272f6_2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413" y="1799175"/>
            <a:ext cx="11333177" cy="32596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0" name="Google Shape;390;g370f527ffbd_1_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7811" y="1223049"/>
            <a:ext cx="9983960" cy="3265301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g370f527ffbd_1_4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SETTING IN TRELLO SYSTEM</a:t>
            </a:r>
            <a:endParaRPr/>
          </a:p>
        </p:txBody>
      </p:sp>
      <p:sp>
        <p:nvSpPr>
          <p:cNvPr id="392" name="Google Shape;392;g370f527ffbd_1_42"/>
          <p:cNvSpPr txBox="1"/>
          <p:nvPr/>
        </p:nvSpPr>
        <p:spPr>
          <a:xfrm>
            <a:off x="6154600" y="1754100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393" name="Google Shape;393;g370f527ffbd_1_42"/>
          <p:cNvCxnSpPr>
            <a:endCxn id="392" idx="1"/>
          </p:cNvCxnSpPr>
          <p:nvPr/>
        </p:nvCxnSpPr>
        <p:spPr>
          <a:xfrm rot="10800000" flipH="1">
            <a:off x="4204900" y="1984950"/>
            <a:ext cx="1949700" cy="558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4" name="Google Shape;394;g370f527ffbd_1_42"/>
          <p:cNvSpPr/>
          <p:nvPr/>
        </p:nvSpPr>
        <p:spPr>
          <a:xfrm>
            <a:off x="2966625" y="2457275"/>
            <a:ext cx="1180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395" name="Google Shape;395;g370f527ffbd_1_42"/>
          <p:cNvSpPr/>
          <p:nvPr/>
        </p:nvSpPr>
        <p:spPr>
          <a:xfrm>
            <a:off x="3024750" y="2780475"/>
            <a:ext cx="496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396" name="Google Shape;396;g370f527ffbd_1_42"/>
          <p:cNvCxnSpPr>
            <a:stCxn id="395" idx="3"/>
          </p:cNvCxnSpPr>
          <p:nvPr/>
        </p:nvCxnSpPr>
        <p:spPr>
          <a:xfrm>
            <a:off x="3520950" y="2893425"/>
            <a:ext cx="725400" cy="941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7" name="Google Shape;397;g370f527ffbd_1_42"/>
          <p:cNvSpPr txBox="1"/>
          <p:nvPr/>
        </p:nvSpPr>
        <p:spPr>
          <a:xfrm>
            <a:off x="3603200" y="36535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398" name="Google Shape;398;g370f527ffbd_1_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79844" y="3086550"/>
            <a:ext cx="1772150" cy="1348275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g370f527ffbd_1_42"/>
          <p:cNvSpPr txBox="1"/>
          <p:nvPr/>
        </p:nvSpPr>
        <p:spPr>
          <a:xfrm>
            <a:off x="7730950" y="2624850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00" name="Google Shape;400;g370f527ffbd_1_42"/>
          <p:cNvSpPr/>
          <p:nvPr/>
        </p:nvSpPr>
        <p:spPr>
          <a:xfrm>
            <a:off x="8491300" y="33160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01" name="Google Shape;401;g370f527ffbd_1_42"/>
          <p:cNvSpPr/>
          <p:nvPr/>
        </p:nvSpPr>
        <p:spPr>
          <a:xfrm>
            <a:off x="8491300" y="3771450"/>
            <a:ext cx="649200" cy="2259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02" name="Google Shape;402;g370f527ffbd_1_42"/>
          <p:cNvCxnSpPr>
            <a:endCxn id="400" idx="1"/>
          </p:cNvCxnSpPr>
          <p:nvPr/>
        </p:nvCxnSpPr>
        <p:spPr>
          <a:xfrm>
            <a:off x="8317900" y="2950800"/>
            <a:ext cx="173400" cy="478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3" name="Google Shape;403;g370f527ffbd_1_42"/>
          <p:cNvCxnSpPr>
            <a:endCxn id="401" idx="1"/>
          </p:cNvCxnSpPr>
          <p:nvPr/>
        </p:nvCxnSpPr>
        <p:spPr>
          <a:xfrm>
            <a:off x="8287300" y="2971500"/>
            <a:ext cx="204000" cy="912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g3711d298ec9_1_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4674" y="774638"/>
            <a:ext cx="9176201" cy="6256524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g3711d298ec9_1_52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SETTING IN TRELLO SYSTEM</a:t>
            </a:r>
            <a:endParaRPr/>
          </a:p>
        </p:txBody>
      </p:sp>
      <p:sp>
        <p:nvSpPr>
          <p:cNvPr id="427" name="Google Shape;427;g3711d298ec9_1_52"/>
          <p:cNvSpPr txBox="1"/>
          <p:nvPr/>
        </p:nvSpPr>
        <p:spPr>
          <a:xfrm>
            <a:off x="5356275" y="1795975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SettingKey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28" name="Google Shape;428;g3711d298ec9_1_52"/>
          <p:cNvCxnSpPr>
            <a:stCxn id="429" idx="1"/>
            <a:endCxn id="427" idx="2"/>
          </p:cNvCxnSpPr>
          <p:nvPr/>
        </p:nvCxnSpPr>
        <p:spPr>
          <a:xfrm rot="10800000">
            <a:off x="6010075" y="2257600"/>
            <a:ext cx="1577100" cy="4083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0" name="Google Shape;430;g3711d298ec9_1_52"/>
          <p:cNvSpPr/>
          <p:nvPr/>
        </p:nvSpPr>
        <p:spPr>
          <a:xfrm>
            <a:off x="7587175" y="2817150"/>
            <a:ext cx="649200" cy="170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31" name="Google Shape;431;g3711d298ec9_1_52"/>
          <p:cNvSpPr txBox="1"/>
          <p:nvPr/>
        </p:nvSpPr>
        <p:spPr>
          <a:xfrm>
            <a:off x="3134775" y="32806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SettingValue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32" name="Google Shape;432;g3711d298ec9_1_52"/>
          <p:cNvSpPr txBox="1"/>
          <p:nvPr/>
        </p:nvSpPr>
        <p:spPr>
          <a:xfrm>
            <a:off x="2056050" y="3952175"/>
            <a:ext cx="1596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SettingOption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33" name="Google Shape;433;g3711d298ec9_1_52"/>
          <p:cNvSpPr/>
          <p:nvPr/>
        </p:nvSpPr>
        <p:spPr>
          <a:xfrm>
            <a:off x="7548700" y="3612000"/>
            <a:ext cx="649200" cy="2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429" name="Google Shape;429;g3711d298ec9_1_52"/>
          <p:cNvSpPr/>
          <p:nvPr/>
        </p:nvSpPr>
        <p:spPr>
          <a:xfrm>
            <a:off x="7587175" y="2560900"/>
            <a:ext cx="867300" cy="210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434" name="Google Shape;434;g3711d298ec9_1_52"/>
          <p:cNvCxnSpPr/>
          <p:nvPr/>
        </p:nvCxnSpPr>
        <p:spPr>
          <a:xfrm rot="10800000" flipH="1">
            <a:off x="3479425" y="3846175"/>
            <a:ext cx="4024800" cy="3195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35" name="Google Shape;435;g3711d298ec9_1_52"/>
          <p:cNvCxnSpPr>
            <a:endCxn id="430" idx="1"/>
          </p:cNvCxnSpPr>
          <p:nvPr/>
        </p:nvCxnSpPr>
        <p:spPr>
          <a:xfrm rot="10800000" flipH="1">
            <a:off x="4522375" y="2902200"/>
            <a:ext cx="3064800" cy="5787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1" name="Google Shape;441;g36f82450d75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69487" y="1235621"/>
            <a:ext cx="5853026" cy="4914749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g36f82450d75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SETTINGKEY, SETTINGOPTION, SETTINGVALUE, SETTINGKEYSETTINGOPTION RELATIONSHIP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g3711d298ec9_1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49" name="Google Shape;449;g3711d298ec9_1_0"/>
          <p:cNvSpPr txBox="1">
            <a:spLocks noGrp="1"/>
          </p:cNvSpPr>
          <p:nvPr>
            <p:ph type="body" idx="1"/>
          </p:nvPr>
        </p:nvSpPr>
        <p:spPr>
          <a:xfrm>
            <a:off x="2088875" y="1273625"/>
            <a:ext cx="8014200" cy="4835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450" name="Google Shape;450;g3711d298ec9_1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54450"/>
            <a:ext cx="10109868" cy="4873425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g3711d298ec9_1_0"/>
          <p:cNvSpPr txBox="1"/>
          <p:nvPr/>
        </p:nvSpPr>
        <p:spPr>
          <a:xfrm>
            <a:off x="4471500" y="1766613"/>
            <a:ext cx="1307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Power-up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52" name="Google Shape;452;g3711d298ec9_1_0"/>
          <p:cNvCxnSpPr>
            <a:stCxn id="453" idx="3"/>
            <a:endCxn id="451" idx="1"/>
          </p:cNvCxnSpPr>
          <p:nvPr/>
        </p:nvCxnSpPr>
        <p:spPr>
          <a:xfrm rot="10800000" flipH="1">
            <a:off x="3490200" y="1997463"/>
            <a:ext cx="981300" cy="942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53" name="Google Shape;453;g3711d298ec9_1_0"/>
          <p:cNvSpPr/>
          <p:nvPr/>
        </p:nvSpPr>
        <p:spPr>
          <a:xfrm>
            <a:off x="2643900" y="1962513"/>
            <a:ext cx="846300" cy="258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9" name="Google Shape;459;g3711d298ec9_0_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861316"/>
            <a:ext cx="7655801" cy="574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60" name="Google Shape;460;g3711d298ec9_0_6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61" name="Google Shape;461;g3711d298ec9_0_60"/>
          <p:cNvSpPr txBox="1"/>
          <p:nvPr/>
        </p:nvSpPr>
        <p:spPr>
          <a:xfrm>
            <a:off x="4313875" y="1067075"/>
            <a:ext cx="69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Title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62" name="Google Shape;462;g3711d298ec9_0_60"/>
          <p:cNvCxnSpPr>
            <a:stCxn id="463" idx="3"/>
          </p:cNvCxnSpPr>
          <p:nvPr/>
        </p:nvCxnSpPr>
        <p:spPr>
          <a:xfrm>
            <a:off x="2112550" y="1618150"/>
            <a:ext cx="855600" cy="46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4" name="Google Shape;464;g3711d298ec9_0_60"/>
          <p:cNvSpPr/>
          <p:nvPr/>
        </p:nvSpPr>
        <p:spPr>
          <a:xfrm>
            <a:off x="3005625" y="1402750"/>
            <a:ext cx="694800" cy="25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63" name="Google Shape;463;g3711d298ec9_0_60"/>
          <p:cNvSpPr txBox="1"/>
          <p:nvPr/>
        </p:nvSpPr>
        <p:spPr>
          <a:xfrm>
            <a:off x="735850" y="1387300"/>
            <a:ext cx="137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Description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65" name="Google Shape;465;g3711d298ec9_0_60"/>
          <p:cNvCxnSpPr>
            <a:stCxn id="464" idx="3"/>
            <a:endCxn id="461" idx="1"/>
          </p:cNvCxnSpPr>
          <p:nvPr/>
        </p:nvCxnSpPr>
        <p:spPr>
          <a:xfrm rot="10800000" flipH="1">
            <a:off x="3700425" y="1297900"/>
            <a:ext cx="613500" cy="234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6" name="Google Shape;466;g3711d298ec9_0_60"/>
          <p:cNvSpPr/>
          <p:nvPr/>
        </p:nvSpPr>
        <p:spPr>
          <a:xfrm>
            <a:off x="1044400" y="3504525"/>
            <a:ext cx="10032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467" name="Google Shape;467;g3711d298ec9_0_60"/>
          <p:cNvSpPr/>
          <p:nvPr/>
        </p:nvSpPr>
        <p:spPr>
          <a:xfrm>
            <a:off x="3005625" y="1822675"/>
            <a:ext cx="4861200" cy="15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68" name="Google Shape;468;g3711d298ec9_0_60"/>
          <p:cNvCxnSpPr>
            <a:endCxn id="466" idx="3"/>
          </p:cNvCxnSpPr>
          <p:nvPr/>
        </p:nvCxnSpPr>
        <p:spPr>
          <a:xfrm flipH="1">
            <a:off x="2047600" y="3269175"/>
            <a:ext cx="374700" cy="350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9" name="Google Shape;469;g3711d298ec9_0_60"/>
          <p:cNvSpPr txBox="1"/>
          <p:nvPr/>
        </p:nvSpPr>
        <p:spPr>
          <a:xfrm>
            <a:off x="1536275" y="5427550"/>
            <a:ext cx="224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PowerUpsCategory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470" name="Google Shape;470;g3711d298ec9_0_60"/>
          <p:cNvSpPr/>
          <p:nvPr/>
        </p:nvSpPr>
        <p:spPr>
          <a:xfrm>
            <a:off x="670900" y="4466050"/>
            <a:ext cx="1506600" cy="230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471" name="Google Shape;471;g3711d298ec9_0_60"/>
          <p:cNvCxnSpPr>
            <a:stCxn id="469" idx="0"/>
            <a:endCxn id="470" idx="2"/>
          </p:cNvCxnSpPr>
          <p:nvPr/>
        </p:nvCxnSpPr>
        <p:spPr>
          <a:xfrm rot="10800000">
            <a:off x="1424225" y="4696750"/>
            <a:ext cx="1235700" cy="73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2" name="Google Shape;472;g3711d298ec9_0_60"/>
          <p:cNvSpPr txBox="1"/>
          <p:nvPr/>
        </p:nvSpPr>
        <p:spPr>
          <a:xfrm>
            <a:off x="1349600" y="2926675"/>
            <a:ext cx="150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AuthorName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3711d298ec9_0_97"/>
          <p:cNvSpPr txBox="1">
            <a:spLocks noGrp="1"/>
          </p:cNvSpPr>
          <p:nvPr>
            <p:ph type="body" idx="1"/>
          </p:nvPr>
        </p:nvSpPr>
        <p:spPr>
          <a:xfrm>
            <a:off x="457200" y="1609727"/>
            <a:ext cx="11329200" cy="3638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/>
              <a:t>PowerUp,PowerUpCategory,Board(Quan)</a:t>
            </a:r>
            <a:endParaRPr/>
          </a:p>
        </p:txBody>
      </p:sp>
      <p:sp>
        <p:nvSpPr>
          <p:cNvPr id="479" name="Google Shape;479;g3711d298ec9_0_9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POWERUP,POWERUPCATEGORY RELATIONSHIP</a:t>
            </a:r>
            <a:endParaRPr/>
          </a:p>
        </p:txBody>
      </p:sp>
      <p:pic>
        <p:nvPicPr>
          <p:cNvPr id="480" name="Google Shape;480;g3711d298ec9_0_9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609725"/>
            <a:ext cx="11277600" cy="3638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6" name="Google Shape;486;g370f527ffbd_1_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8625" y="1387934"/>
            <a:ext cx="9719999" cy="4487369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g370f527ffbd_1_5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89" name="Google Shape;489;g370f527ffbd_1_54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490" name="Google Shape;490;g370f527ffbd_1_54"/>
          <p:cNvCxnSpPr>
            <a:endCxn id="489" idx="1"/>
          </p:cNvCxnSpPr>
          <p:nvPr/>
        </p:nvCxnSpPr>
        <p:spPr>
          <a:xfrm rot="10800000" flipH="1">
            <a:off x="6136575" y="1926575"/>
            <a:ext cx="1105800" cy="2349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1" name="Google Shape;491;g370f527ffbd_1_54"/>
          <p:cNvSpPr/>
          <p:nvPr/>
        </p:nvSpPr>
        <p:spPr>
          <a:xfrm>
            <a:off x="4994525" y="2161475"/>
            <a:ext cx="1219800" cy="35613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7" name="Google Shape;497;g3711d298ec9_0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19525"/>
            <a:ext cx="10833487" cy="5208275"/>
          </a:xfrm>
          <a:prstGeom prst="rect">
            <a:avLst/>
          </a:prstGeom>
          <a:noFill/>
          <a:ln>
            <a:noFill/>
          </a:ln>
        </p:spPr>
      </p:pic>
      <p:sp>
        <p:nvSpPr>
          <p:cNvPr id="498" name="Google Shape;498;g3711d298ec9_0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sp>
        <p:nvSpPr>
          <p:cNvPr id="499" name="Google Shape;499;g3711d298ec9_0_43"/>
          <p:cNvSpPr txBox="1"/>
          <p:nvPr/>
        </p:nvSpPr>
        <p:spPr>
          <a:xfrm>
            <a:off x="7242375" y="16957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BillingPlan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00" name="Google Shape;500;g3711d298ec9_0_43"/>
          <p:cNvCxnSpPr>
            <a:endCxn id="499" idx="1"/>
          </p:cNvCxnSpPr>
          <p:nvPr/>
        </p:nvCxnSpPr>
        <p:spPr>
          <a:xfrm rot="10800000" flipH="1">
            <a:off x="6211575" y="1926575"/>
            <a:ext cx="1030800" cy="4647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1" name="Google Shape;501;g3711d298ec9_0_43"/>
          <p:cNvSpPr/>
          <p:nvPr/>
        </p:nvSpPr>
        <p:spPr>
          <a:xfrm>
            <a:off x="4316650" y="2411650"/>
            <a:ext cx="3181800" cy="847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02" name="Google Shape;502;g3711d298ec9_0_43"/>
          <p:cNvSpPr/>
          <p:nvPr/>
        </p:nvSpPr>
        <p:spPr>
          <a:xfrm>
            <a:off x="4316650" y="3709075"/>
            <a:ext cx="6404100" cy="12864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sp>
        <p:nvSpPr>
          <p:cNvPr id="503" name="Google Shape;503;g3711d298ec9_0_43"/>
          <p:cNvSpPr txBox="1"/>
          <p:nvPr/>
        </p:nvSpPr>
        <p:spPr>
          <a:xfrm>
            <a:off x="841025" y="4675225"/>
            <a:ext cx="2077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rgbClr val="F5AD33"/>
                </a:solidFill>
              </a:rPr>
              <a:t>PaymentInformation</a:t>
            </a:r>
            <a:endParaRPr sz="1600">
              <a:solidFill>
                <a:srgbClr val="F5AD33"/>
              </a:solidFill>
            </a:endParaRPr>
          </a:p>
        </p:txBody>
      </p:sp>
      <p:cxnSp>
        <p:nvCxnSpPr>
          <p:cNvPr id="504" name="Google Shape;504;g3711d298ec9_0_43"/>
          <p:cNvCxnSpPr>
            <a:stCxn id="503" idx="3"/>
            <a:endCxn id="502" idx="1"/>
          </p:cNvCxnSpPr>
          <p:nvPr/>
        </p:nvCxnSpPr>
        <p:spPr>
          <a:xfrm rot="10800000" flipH="1">
            <a:off x="2918225" y="4352275"/>
            <a:ext cx="1398300" cy="5385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g37121c272f6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 IN TRELLO SYSTEM</a:t>
            </a:r>
            <a:endParaRPr/>
          </a:p>
        </p:txBody>
      </p:sp>
      <p:pic>
        <p:nvPicPr>
          <p:cNvPr id="521" name="Google Shape;521;g37121c272f6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6100" y="1098550"/>
            <a:ext cx="9443885" cy="5455199"/>
          </a:xfrm>
          <a:prstGeom prst="rect">
            <a:avLst/>
          </a:prstGeom>
          <a:noFill/>
          <a:ln>
            <a:noFill/>
          </a:ln>
        </p:spPr>
      </p:pic>
      <p:sp>
        <p:nvSpPr>
          <p:cNvPr id="522" name="Google Shape;522;g37121c272f6_0_0"/>
          <p:cNvSpPr txBox="1"/>
          <p:nvPr/>
        </p:nvSpPr>
        <p:spPr>
          <a:xfrm>
            <a:off x="7144375" y="215742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23" name="Google Shape;523;g37121c272f6_0_0"/>
          <p:cNvCxnSpPr>
            <a:endCxn id="522" idx="1"/>
          </p:cNvCxnSpPr>
          <p:nvPr/>
        </p:nvCxnSpPr>
        <p:spPr>
          <a:xfrm>
            <a:off x="6346375" y="2046575"/>
            <a:ext cx="798000" cy="34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4" name="Google Shape;524;g37121c272f6_0_0"/>
          <p:cNvSpPr txBox="1"/>
          <p:nvPr/>
        </p:nvSpPr>
        <p:spPr>
          <a:xfrm>
            <a:off x="961300" y="4127750"/>
            <a:ext cx="3717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Billing.AdditionalInvoiceDetail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25" name="Google Shape;525;g37121c272f6_0_0"/>
          <p:cNvCxnSpPr>
            <a:endCxn id="526" idx="1"/>
          </p:cNvCxnSpPr>
          <p:nvPr/>
        </p:nvCxnSpPr>
        <p:spPr>
          <a:xfrm>
            <a:off x="2395575" y="4482675"/>
            <a:ext cx="815700" cy="4617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6" name="Google Shape;526;g37121c272f6_0_0"/>
          <p:cNvSpPr/>
          <p:nvPr/>
        </p:nvSpPr>
        <p:spPr>
          <a:xfrm>
            <a:off x="3211275" y="471352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27" name="Google Shape;527;g37121c272f6_0_0"/>
          <p:cNvSpPr/>
          <p:nvPr/>
        </p:nvSpPr>
        <p:spPr>
          <a:xfrm>
            <a:off x="3178625" y="5715000"/>
            <a:ext cx="6498900" cy="6423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528" name="Google Shape;528;g37121c272f6_0_0"/>
          <p:cNvSpPr txBox="1"/>
          <p:nvPr/>
        </p:nvSpPr>
        <p:spPr>
          <a:xfrm>
            <a:off x="911125" y="5227200"/>
            <a:ext cx="19125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Query from subscription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529" name="Google Shape;529;g37121c272f6_0_0"/>
          <p:cNvCxnSpPr>
            <a:stCxn id="528" idx="3"/>
            <a:endCxn id="527" idx="1"/>
          </p:cNvCxnSpPr>
          <p:nvPr/>
        </p:nvCxnSpPr>
        <p:spPr>
          <a:xfrm>
            <a:off x="2823625" y="5596650"/>
            <a:ext cx="354900" cy="439500"/>
          </a:xfrm>
          <a:prstGeom prst="straightConnector1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0" name="Google Shape;530;g37121c272f6_0_0"/>
          <p:cNvSpPr/>
          <p:nvPr/>
        </p:nvSpPr>
        <p:spPr>
          <a:xfrm>
            <a:off x="3178625" y="1528775"/>
            <a:ext cx="6498900" cy="461700"/>
          </a:xfrm>
          <a:prstGeom prst="rect">
            <a:avLst/>
          </a:prstGeom>
          <a:noFill/>
          <a:ln w="9525" cap="flat" cmpd="sng">
            <a:solidFill>
              <a:srgbClr val="F5AD3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g37121c272f6_2_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BILLINGCONTACT, BILLINGPLAN, SUBSCRIPTION  RELATIONSHIP</a:t>
            </a:r>
            <a:endParaRPr/>
          </a:p>
        </p:txBody>
      </p:sp>
      <p:pic>
        <p:nvPicPr>
          <p:cNvPr id="547" name="Google Shape;547;g37121c272f6_2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50400"/>
            <a:ext cx="11329800" cy="48421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3711d298ec9_1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WORKSPACE IN TRELLO SYSTEM</a:t>
            </a:r>
            <a:endParaRPr/>
          </a:p>
        </p:txBody>
      </p:sp>
      <p:pic>
        <p:nvPicPr>
          <p:cNvPr id="555" name="Google Shape;555;g3711d298ec9_1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7102" y="1257750"/>
            <a:ext cx="10657801" cy="4342499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g3711d298ec9_1_23"/>
          <p:cNvSpPr/>
          <p:nvPr/>
        </p:nvSpPr>
        <p:spPr>
          <a:xfrm>
            <a:off x="3318025" y="3615475"/>
            <a:ext cx="7367700" cy="4617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57" name="Google Shape;557;g3711d298ec9_1_23"/>
          <p:cNvCxnSpPr/>
          <p:nvPr/>
        </p:nvCxnSpPr>
        <p:spPr>
          <a:xfrm rot="10800000" flipH="1">
            <a:off x="7088475" y="1897675"/>
            <a:ext cx="500100" cy="17178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58" name="Google Shape;558;g3711d298ec9_1_23"/>
          <p:cNvSpPr txBox="1"/>
          <p:nvPr/>
        </p:nvSpPr>
        <p:spPr>
          <a:xfrm>
            <a:off x="7252025" y="1528775"/>
            <a:ext cx="2703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Export</a:t>
            </a:r>
            <a:endParaRPr sz="1800">
              <a:solidFill>
                <a:srgbClr val="F5AD33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4" name="Google Shape;564;g3711d298ec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2875" y="1309625"/>
            <a:ext cx="9660275" cy="4838925"/>
          </a:xfrm>
          <a:prstGeom prst="rect">
            <a:avLst/>
          </a:prstGeom>
          <a:noFill/>
          <a:ln>
            <a:noFill/>
          </a:ln>
        </p:spPr>
      </p:pic>
      <p:sp>
        <p:nvSpPr>
          <p:cNvPr id="565" name="Google Shape;565;g3711d298ec9_0_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USER IN TRELLO SYSTEM</a:t>
            </a:r>
            <a:endParaRPr/>
          </a:p>
        </p:txBody>
      </p:sp>
      <p:sp>
        <p:nvSpPr>
          <p:cNvPr id="566" name="Google Shape;566;g3711d298ec9_0_0"/>
          <p:cNvSpPr txBox="1"/>
          <p:nvPr/>
        </p:nvSpPr>
        <p:spPr>
          <a:xfrm>
            <a:off x="6719025" y="130962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Username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67" name="Google Shape;567;g3711d298ec9_0_0"/>
          <p:cNvSpPr txBox="1"/>
          <p:nvPr/>
        </p:nvSpPr>
        <p:spPr>
          <a:xfrm>
            <a:off x="2640850" y="4390375"/>
            <a:ext cx="1327800" cy="4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UserBio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568" name="Google Shape;568;g3711d298ec9_0_0"/>
          <p:cNvSpPr/>
          <p:nvPr/>
        </p:nvSpPr>
        <p:spPr>
          <a:xfrm>
            <a:off x="1206850" y="1364250"/>
            <a:ext cx="1434000" cy="438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69" name="Google Shape;569;g3711d298ec9_0_0"/>
          <p:cNvCxnSpPr>
            <a:stCxn id="566" idx="1"/>
            <a:endCxn id="568" idx="3"/>
          </p:cNvCxnSpPr>
          <p:nvPr/>
        </p:nvCxnSpPr>
        <p:spPr>
          <a:xfrm flipH="1">
            <a:off x="2640825" y="1528775"/>
            <a:ext cx="4078200" cy="5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70" name="Google Shape;570;g3711d298ec9_0_0"/>
          <p:cNvSpPr/>
          <p:nvPr/>
        </p:nvSpPr>
        <p:spPr>
          <a:xfrm>
            <a:off x="1206850" y="2801900"/>
            <a:ext cx="623400" cy="282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571" name="Google Shape;571;g3711d298ec9_0_0"/>
          <p:cNvCxnSpPr>
            <a:stCxn id="567" idx="0"/>
            <a:endCxn id="570" idx="2"/>
          </p:cNvCxnSpPr>
          <p:nvPr/>
        </p:nvCxnSpPr>
        <p:spPr>
          <a:xfrm rot="10800000">
            <a:off x="1518550" y="3084475"/>
            <a:ext cx="1786200" cy="1305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g36f5cd5a2ba_0_3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 IN TRELLO SYSTEM</a:t>
            </a:r>
            <a:endParaRPr/>
          </a:p>
        </p:txBody>
      </p:sp>
      <p:sp>
        <p:nvSpPr>
          <p:cNvPr id="578" name="Google Shape;578;g36f5cd5a2ba_0_30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79" name="Google Shape;579;g36f5cd5a2ba_0_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5"/>
            <a:ext cx="2722800" cy="66357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80" name="Google Shape;580;g36f5cd5a2ba_0_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3675" y="1273625"/>
            <a:ext cx="8397524" cy="3942504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g36f5cd5a2ba_0_30"/>
          <p:cNvSpPr txBox="1"/>
          <p:nvPr/>
        </p:nvSpPr>
        <p:spPr>
          <a:xfrm>
            <a:off x="3363675" y="547325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82" name="Google Shape;582;g36f5cd5a2ba_0_30"/>
          <p:cNvSpPr/>
          <p:nvPr/>
        </p:nvSpPr>
        <p:spPr>
          <a:xfrm>
            <a:off x="435425" y="1336650"/>
            <a:ext cx="2837700" cy="45981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83" name="Google Shape;583;g36f5cd5a2ba_0_30"/>
          <p:cNvCxnSpPr>
            <a:endCxn id="581" idx="1"/>
          </p:cNvCxnSpPr>
          <p:nvPr/>
        </p:nvCxnSpPr>
        <p:spPr>
          <a:xfrm>
            <a:off x="3053775" y="5490500"/>
            <a:ext cx="309900" cy="2136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4" name="Google Shape;584;g36f5cd5a2ba_0_30"/>
          <p:cNvSpPr/>
          <p:nvPr/>
        </p:nvSpPr>
        <p:spPr>
          <a:xfrm>
            <a:off x="3363675" y="1336650"/>
            <a:ext cx="8306400" cy="38796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85" name="Google Shape;585;g36f5cd5a2ba_0_30"/>
          <p:cNvCxnSpPr/>
          <p:nvPr/>
        </p:nvCxnSpPr>
        <p:spPr>
          <a:xfrm flipH="1">
            <a:off x="4102550" y="5243750"/>
            <a:ext cx="2837700" cy="4113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6" name="Google Shape;586;g36f5cd5a2ba_0_30"/>
          <p:cNvSpPr txBox="1"/>
          <p:nvPr/>
        </p:nvSpPr>
        <p:spPr>
          <a:xfrm>
            <a:off x="4307800" y="2821100"/>
            <a:ext cx="894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87" name="Google Shape;587;g36f5cd5a2ba_0_30"/>
          <p:cNvSpPr/>
          <p:nvPr/>
        </p:nvSpPr>
        <p:spPr>
          <a:xfrm>
            <a:off x="3413575" y="1528775"/>
            <a:ext cx="1254300" cy="6288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88" name="Google Shape;588;g36f5cd5a2ba_0_30"/>
          <p:cNvCxnSpPr>
            <a:endCxn id="586" idx="0"/>
          </p:cNvCxnSpPr>
          <p:nvPr/>
        </p:nvCxnSpPr>
        <p:spPr>
          <a:xfrm>
            <a:off x="4379950" y="2344400"/>
            <a:ext cx="375300" cy="4767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370f527ffbd_2_2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595" name="Google Shape;595;g370f527ffbd_2_2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596" name="Google Shape;596;g370f527ffbd_2_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5125" y="1013926"/>
            <a:ext cx="10989303" cy="6136550"/>
          </a:xfrm>
          <a:prstGeom prst="rect">
            <a:avLst/>
          </a:prstGeom>
          <a:noFill/>
          <a:ln>
            <a:noFill/>
          </a:ln>
        </p:spPr>
      </p:pic>
      <p:sp>
        <p:nvSpPr>
          <p:cNvPr id="597" name="Google Shape;597;g370f527ffbd_2_23"/>
          <p:cNvSpPr txBox="1"/>
          <p:nvPr/>
        </p:nvSpPr>
        <p:spPr>
          <a:xfrm>
            <a:off x="520250" y="405372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598" name="Google Shape;598;g370f527ffbd_2_23"/>
          <p:cNvSpPr/>
          <p:nvPr/>
        </p:nvSpPr>
        <p:spPr>
          <a:xfrm>
            <a:off x="2776100" y="2272300"/>
            <a:ext cx="3002400" cy="2364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599" name="Google Shape;599;g370f527ffbd_2_23"/>
          <p:cNvCxnSpPr/>
          <p:nvPr/>
        </p:nvCxnSpPr>
        <p:spPr>
          <a:xfrm flipH="1">
            <a:off x="2066825" y="3187375"/>
            <a:ext cx="699000" cy="1059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g36f5cd5a2ba_2_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STAGE IN TRELLO SYSTEM</a:t>
            </a:r>
            <a:endParaRPr/>
          </a:p>
        </p:txBody>
      </p:sp>
      <p:sp>
        <p:nvSpPr>
          <p:cNvPr id="606" name="Google Shape;606;g36f5cd5a2ba_2_1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07" name="Google Shape;607;g36f5cd5a2ba_2_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5"/>
            <a:ext cx="2325450" cy="5669349"/>
          </a:xfrm>
          <a:prstGeom prst="rect">
            <a:avLst/>
          </a:prstGeom>
          <a:noFill/>
          <a:ln>
            <a:noFill/>
          </a:ln>
        </p:spPr>
      </p:pic>
      <p:sp>
        <p:nvSpPr>
          <p:cNvPr id="608" name="Google Shape;608;g36f5cd5a2ba_2_13"/>
          <p:cNvSpPr txBox="1"/>
          <p:nvPr/>
        </p:nvSpPr>
        <p:spPr>
          <a:xfrm>
            <a:off x="5104175" y="1759625"/>
            <a:ext cx="86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Stage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09" name="Google Shape;609;g36f5cd5a2ba_2_13"/>
          <p:cNvSpPr txBox="1"/>
          <p:nvPr/>
        </p:nvSpPr>
        <p:spPr>
          <a:xfrm>
            <a:off x="3592750" y="3764575"/>
            <a:ext cx="699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10" name="Google Shape;610;g36f5cd5a2ba_2_13"/>
          <p:cNvSpPr/>
          <p:nvPr/>
        </p:nvSpPr>
        <p:spPr>
          <a:xfrm>
            <a:off x="514100" y="1759625"/>
            <a:ext cx="2169600" cy="10590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1" name="Google Shape;611;g36f5cd5a2ba_2_13"/>
          <p:cNvCxnSpPr>
            <a:stCxn id="609" idx="1"/>
            <a:endCxn id="610" idx="3"/>
          </p:cNvCxnSpPr>
          <p:nvPr/>
        </p:nvCxnSpPr>
        <p:spPr>
          <a:xfrm rot="10800000">
            <a:off x="2683750" y="2289025"/>
            <a:ext cx="909000" cy="17064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2" name="Google Shape;612;g36f5cd5a2ba_2_13"/>
          <p:cNvSpPr/>
          <p:nvPr/>
        </p:nvSpPr>
        <p:spPr>
          <a:xfrm>
            <a:off x="506550" y="2899500"/>
            <a:ext cx="2169600" cy="3084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3" name="Google Shape;613;g36f5cd5a2ba_2_13"/>
          <p:cNvCxnSpPr>
            <a:stCxn id="609" idx="1"/>
            <a:endCxn id="612" idx="3"/>
          </p:cNvCxnSpPr>
          <p:nvPr/>
        </p:nvCxnSpPr>
        <p:spPr>
          <a:xfrm rot="10800000">
            <a:off x="2676250" y="3053725"/>
            <a:ext cx="916500" cy="9417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4" name="Google Shape;614;g36f5cd5a2ba_2_13"/>
          <p:cNvCxnSpPr/>
          <p:nvPr/>
        </p:nvCxnSpPr>
        <p:spPr>
          <a:xfrm rot="10800000">
            <a:off x="2755450" y="3526825"/>
            <a:ext cx="989700" cy="621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5" name="Google Shape;615;g36f5cd5a2ba_2_13"/>
          <p:cNvSpPr/>
          <p:nvPr/>
        </p:nvSpPr>
        <p:spPr>
          <a:xfrm>
            <a:off x="514100" y="3288775"/>
            <a:ext cx="2169600" cy="4023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616" name="Google Shape;616;g36f5cd5a2ba_2_13"/>
          <p:cNvCxnSpPr>
            <a:stCxn id="608" idx="1"/>
          </p:cNvCxnSpPr>
          <p:nvPr/>
        </p:nvCxnSpPr>
        <p:spPr>
          <a:xfrm rot="10800000">
            <a:off x="2827475" y="1552475"/>
            <a:ext cx="2276700" cy="438000"/>
          </a:xfrm>
          <a:prstGeom prst="straightConnector1">
            <a:avLst/>
          </a:prstGeom>
          <a:noFill/>
          <a:ln w="38100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7" name="Google Shape;617;g36f5cd5a2ba_2_13"/>
          <p:cNvSpPr/>
          <p:nvPr/>
        </p:nvSpPr>
        <p:spPr>
          <a:xfrm>
            <a:off x="359875" y="1264625"/>
            <a:ext cx="2467500" cy="53259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g36f5cd5a2ba_2_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pic>
        <p:nvPicPr>
          <p:cNvPr id="625" name="Google Shape;625;g36f5cd5a2ba_2_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143625"/>
            <a:ext cx="933545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6" name="Google Shape;626;g36f5cd5a2ba_2_21"/>
          <p:cNvSpPr txBox="1"/>
          <p:nvPr/>
        </p:nvSpPr>
        <p:spPr>
          <a:xfrm>
            <a:off x="2624425" y="1297925"/>
            <a:ext cx="237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CardAssignMember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27" name="Google Shape;627;g36f5cd5a2ba_2_21"/>
          <p:cNvSpPr/>
          <p:nvPr/>
        </p:nvSpPr>
        <p:spPr>
          <a:xfrm>
            <a:off x="894525" y="3007500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28" name="Google Shape;628;g36f5cd5a2ba_2_21"/>
          <p:cNvCxnSpPr/>
          <p:nvPr/>
        </p:nvCxnSpPr>
        <p:spPr>
          <a:xfrm flipH="1">
            <a:off x="2005025" y="1603975"/>
            <a:ext cx="873900" cy="141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9" name="Google Shape;629;g36f5cd5a2ba_2_21"/>
          <p:cNvSpPr/>
          <p:nvPr/>
        </p:nvSpPr>
        <p:spPr>
          <a:xfrm>
            <a:off x="2230325" y="2909525"/>
            <a:ext cx="9261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30" name="Google Shape;630;g36f5cd5a2ba_2_21"/>
          <p:cNvCxnSpPr>
            <a:endCxn id="631" idx="1"/>
          </p:cNvCxnSpPr>
          <p:nvPr/>
        </p:nvCxnSpPr>
        <p:spPr>
          <a:xfrm>
            <a:off x="3298275" y="3515925"/>
            <a:ext cx="978600" cy="411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1" name="Google Shape;631;g36f5cd5a2ba_2_21"/>
          <p:cNvSpPr txBox="1"/>
          <p:nvPr/>
        </p:nvSpPr>
        <p:spPr>
          <a:xfrm>
            <a:off x="4276875" y="369667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2" name="Google Shape;632;g36f5cd5a2ba_2_21"/>
          <p:cNvSpPr txBox="1"/>
          <p:nvPr/>
        </p:nvSpPr>
        <p:spPr>
          <a:xfrm>
            <a:off x="5976675" y="1759625"/>
            <a:ext cx="1264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CardDate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3" name="Google Shape;633;g36f5cd5a2ba_2_21"/>
          <p:cNvSpPr txBox="1"/>
          <p:nvPr/>
        </p:nvSpPr>
        <p:spPr>
          <a:xfrm>
            <a:off x="5976675" y="5105100"/>
            <a:ext cx="1745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CardLocation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4" name="Google Shape;634;g36f5cd5a2ba_2_21"/>
          <p:cNvSpPr/>
          <p:nvPr/>
        </p:nvSpPr>
        <p:spPr>
          <a:xfrm>
            <a:off x="3566125" y="2909525"/>
            <a:ext cx="12648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35" name="Google Shape;635;g36f5cd5a2ba_2_21"/>
          <p:cNvCxnSpPr>
            <a:endCxn id="632" idx="1"/>
          </p:cNvCxnSpPr>
          <p:nvPr/>
        </p:nvCxnSpPr>
        <p:spPr>
          <a:xfrm rot="10800000" flipH="1">
            <a:off x="4842675" y="1990475"/>
            <a:ext cx="1134000" cy="9297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36" name="Google Shape;636;g36f5cd5a2ba_2_21"/>
          <p:cNvCxnSpPr>
            <a:endCxn id="633" idx="1"/>
          </p:cNvCxnSpPr>
          <p:nvPr/>
        </p:nvCxnSpPr>
        <p:spPr>
          <a:xfrm rot="10800000" flipH="1">
            <a:off x="5562375" y="5335950"/>
            <a:ext cx="414300" cy="165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7" name="Google Shape;637;g36f5cd5a2ba_2_21"/>
          <p:cNvSpPr/>
          <p:nvPr/>
        </p:nvSpPr>
        <p:spPr>
          <a:xfrm>
            <a:off x="647750" y="5500800"/>
            <a:ext cx="4893900" cy="14805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38" name="Google Shape;638;g36f5cd5a2ba_2_21"/>
          <p:cNvSpPr txBox="1"/>
          <p:nvPr/>
        </p:nvSpPr>
        <p:spPr>
          <a:xfrm>
            <a:off x="6193875" y="4239600"/>
            <a:ext cx="1846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CardDescription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39" name="Google Shape;639;g36f5cd5a2ba_2_21"/>
          <p:cNvSpPr/>
          <p:nvPr/>
        </p:nvSpPr>
        <p:spPr>
          <a:xfrm>
            <a:off x="894525" y="4423775"/>
            <a:ext cx="4597200" cy="580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40" name="Google Shape;640;g36f5cd5a2ba_2_21"/>
          <p:cNvCxnSpPr>
            <a:stCxn id="639" idx="3"/>
            <a:endCxn id="638" idx="1"/>
          </p:cNvCxnSpPr>
          <p:nvPr/>
        </p:nvCxnSpPr>
        <p:spPr>
          <a:xfrm rot="10800000" flipH="1">
            <a:off x="5491725" y="4470575"/>
            <a:ext cx="702300" cy="243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370f527ffbd_3_6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47" name="Google Shape;647;g370f527ffbd_3_63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48" name="Google Shape;648;g370f527ffbd_3_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13" y="1273625"/>
            <a:ext cx="8783184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49" name="Google Shape;649;g370f527ffbd_3_63"/>
          <p:cNvSpPr txBox="1"/>
          <p:nvPr/>
        </p:nvSpPr>
        <p:spPr>
          <a:xfrm>
            <a:off x="4005175" y="3865575"/>
            <a:ext cx="2003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Position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50" name="Google Shape;650;g370f527ffbd_3_63"/>
          <p:cNvSpPr txBox="1"/>
          <p:nvPr/>
        </p:nvSpPr>
        <p:spPr>
          <a:xfrm>
            <a:off x="3875075" y="1695725"/>
            <a:ext cx="191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Comment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51" name="Google Shape;651;g370f527ffbd_3_63"/>
          <p:cNvSpPr/>
          <p:nvPr/>
        </p:nvSpPr>
        <p:spPr>
          <a:xfrm>
            <a:off x="6126325" y="2559925"/>
            <a:ext cx="3189000" cy="504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52" name="Google Shape;652;g370f527ffbd_3_63"/>
          <p:cNvCxnSpPr>
            <a:endCxn id="651" idx="1"/>
          </p:cNvCxnSpPr>
          <p:nvPr/>
        </p:nvCxnSpPr>
        <p:spPr>
          <a:xfrm>
            <a:off x="5511025" y="1932925"/>
            <a:ext cx="615300" cy="879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3" name="Google Shape;653;g370f527ffbd_3_63"/>
          <p:cNvSpPr/>
          <p:nvPr/>
        </p:nvSpPr>
        <p:spPr>
          <a:xfrm>
            <a:off x="1117225" y="2907675"/>
            <a:ext cx="2358000" cy="1698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54" name="Google Shape;654;g370f527ffbd_3_63"/>
          <p:cNvCxnSpPr>
            <a:stCxn id="653" idx="3"/>
            <a:endCxn id="649" idx="1"/>
          </p:cNvCxnSpPr>
          <p:nvPr/>
        </p:nvCxnSpPr>
        <p:spPr>
          <a:xfrm>
            <a:off x="3475225" y="3756975"/>
            <a:ext cx="530100" cy="339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g370f527ffbd_3_7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661" name="Google Shape;661;g370f527ffbd_3_77"/>
          <p:cNvSpPr txBox="1">
            <a:spLocks noGrp="1"/>
          </p:cNvSpPr>
          <p:nvPr>
            <p:ph type="body" idx="1"/>
          </p:nvPr>
        </p:nvSpPr>
        <p:spPr>
          <a:xfrm>
            <a:off x="900425" y="1273625"/>
            <a:ext cx="87831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62" name="Google Shape;662;g370f527ffbd_3_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425" y="1273625"/>
            <a:ext cx="908480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663" name="Google Shape;663;g370f527ffbd_3_77"/>
          <p:cNvSpPr txBox="1"/>
          <p:nvPr/>
        </p:nvSpPr>
        <p:spPr>
          <a:xfrm>
            <a:off x="4070450" y="3289425"/>
            <a:ext cx="1409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Card Cover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64" name="Google Shape;664;g370f527ffbd_3_77"/>
          <p:cNvSpPr/>
          <p:nvPr/>
        </p:nvSpPr>
        <p:spPr>
          <a:xfrm>
            <a:off x="7762800" y="1573125"/>
            <a:ext cx="2169300" cy="4854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665" name="Google Shape;665;g370f527ffbd_3_77"/>
          <p:cNvCxnSpPr>
            <a:stCxn id="663" idx="3"/>
          </p:cNvCxnSpPr>
          <p:nvPr/>
        </p:nvCxnSpPr>
        <p:spPr>
          <a:xfrm>
            <a:off x="5480150" y="3520275"/>
            <a:ext cx="2282700" cy="1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6" name="Google Shape;666;g370f527ffbd_3_77"/>
          <p:cNvSpPr/>
          <p:nvPr/>
        </p:nvSpPr>
        <p:spPr>
          <a:xfrm>
            <a:off x="8635650" y="2858375"/>
            <a:ext cx="423600" cy="288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67" name="Google Shape;667;g370f527ffbd_3_77"/>
          <p:cNvSpPr txBox="1"/>
          <p:nvPr/>
        </p:nvSpPr>
        <p:spPr>
          <a:xfrm>
            <a:off x="6711075" y="1996050"/>
            <a:ext cx="866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Color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68" name="Google Shape;668;g370f527ffbd_3_77"/>
          <p:cNvCxnSpPr>
            <a:endCxn id="666" idx="1"/>
          </p:cNvCxnSpPr>
          <p:nvPr/>
        </p:nvCxnSpPr>
        <p:spPr>
          <a:xfrm>
            <a:off x="7330950" y="2313275"/>
            <a:ext cx="1304700" cy="689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9" name="Google Shape;669;g370f527ffbd_3_77"/>
          <p:cNvSpPr/>
          <p:nvPr/>
        </p:nvSpPr>
        <p:spPr>
          <a:xfrm>
            <a:off x="7834775" y="4010975"/>
            <a:ext cx="20256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70" name="Google Shape;670;g370f527ffbd_3_77"/>
          <p:cNvSpPr txBox="1"/>
          <p:nvPr/>
        </p:nvSpPr>
        <p:spPr>
          <a:xfrm>
            <a:off x="6069600" y="2540675"/>
            <a:ext cx="140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Attachment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71" name="Google Shape;671;g370f527ffbd_3_77"/>
          <p:cNvCxnSpPr>
            <a:stCxn id="670" idx="3"/>
            <a:endCxn id="669" idx="0"/>
          </p:cNvCxnSpPr>
          <p:nvPr/>
        </p:nvCxnSpPr>
        <p:spPr>
          <a:xfrm>
            <a:off x="7479300" y="2740775"/>
            <a:ext cx="1368300" cy="12702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2" name="Google Shape;672;g370f527ffbd_3_77"/>
          <p:cNvSpPr txBox="1"/>
          <p:nvPr/>
        </p:nvSpPr>
        <p:spPr>
          <a:xfrm>
            <a:off x="5257950" y="4843675"/>
            <a:ext cx="16761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UnsplashImg</a:t>
            </a:r>
            <a:endParaRPr>
              <a:solidFill>
                <a:srgbClr val="F5AD33"/>
              </a:solidFill>
            </a:endParaRPr>
          </a:p>
        </p:txBody>
      </p:sp>
      <p:cxnSp>
        <p:nvCxnSpPr>
          <p:cNvPr id="673" name="Google Shape;673;g370f527ffbd_3_77"/>
          <p:cNvCxnSpPr>
            <a:stCxn id="672" idx="3"/>
            <a:endCxn id="674" idx="1"/>
          </p:cNvCxnSpPr>
          <p:nvPr/>
        </p:nvCxnSpPr>
        <p:spPr>
          <a:xfrm>
            <a:off x="6934050" y="5043775"/>
            <a:ext cx="1546800" cy="30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74" name="Google Shape;674;g370f527ffbd_3_77"/>
          <p:cNvSpPr/>
          <p:nvPr/>
        </p:nvSpPr>
        <p:spPr>
          <a:xfrm>
            <a:off x="8480700" y="4843675"/>
            <a:ext cx="732000" cy="461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g36f5cd5a2ba_2_6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LABEL AND COLOR IN TRELLO SYSTEM</a:t>
            </a:r>
            <a:endParaRPr/>
          </a:p>
        </p:txBody>
      </p:sp>
      <p:sp>
        <p:nvSpPr>
          <p:cNvPr id="681" name="Google Shape;681;g36f5cd5a2ba_2_68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682" name="Google Shape;682;g36f5cd5a2ba_2_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24"/>
            <a:ext cx="3003160" cy="515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3" name="Google Shape;683;g36f5cd5a2ba_2_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33750" y="1273625"/>
            <a:ext cx="5219700" cy="45339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84" name="Google Shape;684;g36f5cd5a2ba_2_68"/>
          <p:cNvCxnSpPr>
            <a:endCxn id="685" idx="3"/>
          </p:cNvCxnSpPr>
          <p:nvPr/>
        </p:nvCxnSpPr>
        <p:spPr>
          <a:xfrm rot="10800000">
            <a:off x="3021275" y="3087900"/>
            <a:ext cx="808800" cy="7980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5" name="Google Shape;685;g36f5cd5a2ba_2_68"/>
          <p:cNvSpPr/>
          <p:nvPr/>
        </p:nvSpPr>
        <p:spPr>
          <a:xfrm>
            <a:off x="1167575" y="2929200"/>
            <a:ext cx="1853700" cy="317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686" name="Google Shape;686;g36f5cd5a2ba_2_68"/>
          <p:cNvSpPr txBox="1"/>
          <p:nvPr/>
        </p:nvSpPr>
        <p:spPr>
          <a:xfrm>
            <a:off x="3593494" y="3853575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Label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687" name="Google Shape;687;g36f5cd5a2ba_2_68"/>
          <p:cNvSpPr txBox="1"/>
          <p:nvPr/>
        </p:nvSpPr>
        <p:spPr>
          <a:xfrm>
            <a:off x="5630419" y="3780650"/>
            <a:ext cx="8088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Color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688" name="Google Shape;688;g36f5cd5a2ba_2_68"/>
          <p:cNvCxnSpPr>
            <a:stCxn id="689" idx="1"/>
            <a:endCxn id="687" idx="2"/>
          </p:cNvCxnSpPr>
          <p:nvPr/>
        </p:nvCxnSpPr>
        <p:spPr>
          <a:xfrm rot="10800000">
            <a:off x="6034850" y="4242500"/>
            <a:ext cx="1662900" cy="460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9" name="Google Shape;689;g36f5cd5a2ba_2_68"/>
          <p:cNvSpPr/>
          <p:nvPr/>
        </p:nvSpPr>
        <p:spPr>
          <a:xfrm>
            <a:off x="7697750" y="4512200"/>
            <a:ext cx="546900" cy="3822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g3711d298ec9_1_3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BOARD, STAGE, CARD, LABEL, COLOR RELATIONSHIP</a:t>
            </a:r>
            <a:endParaRPr/>
          </a:p>
        </p:txBody>
      </p:sp>
      <p:pic>
        <p:nvPicPr>
          <p:cNvPr id="696" name="Google Shape;696;g3711d298ec9_1_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24563" y="1269650"/>
            <a:ext cx="7019501" cy="5455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2" name="Google Shape;702;g36f5cd5a2ba_2_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172554"/>
            <a:ext cx="7658200" cy="2333550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g36f5cd5a2ba_2_7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CHECKLIST IN TRELLO SYSTEM</a:t>
            </a:r>
            <a:endParaRPr/>
          </a:p>
        </p:txBody>
      </p:sp>
      <p:pic>
        <p:nvPicPr>
          <p:cNvPr id="704" name="Google Shape;704;g36f5cd5a2ba_2_7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3869204"/>
            <a:ext cx="4627655" cy="27649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05" name="Google Shape;705;g36f5cd5a2ba_2_78"/>
          <p:cNvCxnSpPr>
            <a:stCxn id="706" idx="1"/>
            <a:endCxn id="707" idx="3"/>
          </p:cNvCxnSpPr>
          <p:nvPr/>
        </p:nvCxnSpPr>
        <p:spPr>
          <a:xfrm flipH="1">
            <a:off x="1429075" y="1653225"/>
            <a:ext cx="3285000" cy="523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08" name="Google Shape;708;g36f5cd5a2ba_2_78"/>
          <p:cNvSpPr txBox="1"/>
          <p:nvPr/>
        </p:nvSpPr>
        <p:spPr>
          <a:xfrm>
            <a:off x="9871804" y="3379825"/>
            <a:ext cx="1312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06" name="Google Shape;706;g36f5cd5a2ba_2_78"/>
          <p:cNvSpPr txBox="1"/>
          <p:nvPr/>
        </p:nvSpPr>
        <p:spPr>
          <a:xfrm>
            <a:off x="4714075" y="1422375"/>
            <a:ext cx="1658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CheckListItem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07" name="Google Shape;707;g36f5cd5a2ba_2_78"/>
          <p:cNvSpPr/>
          <p:nvPr/>
        </p:nvSpPr>
        <p:spPr>
          <a:xfrm>
            <a:off x="563300" y="2016325"/>
            <a:ext cx="865800" cy="32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09" name="Google Shape;709;g36f5cd5a2ba_2_78"/>
          <p:cNvSpPr/>
          <p:nvPr/>
        </p:nvSpPr>
        <p:spPr>
          <a:xfrm>
            <a:off x="522200" y="2472600"/>
            <a:ext cx="948000" cy="374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10" name="Google Shape;710;g36f5cd5a2ba_2_78"/>
          <p:cNvCxnSpPr>
            <a:stCxn id="706" idx="1"/>
            <a:endCxn id="709" idx="3"/>
          </p:cNvCxnSpPr>
          <p:nvPr/>
        </p:nvCxnSpPr>
        <p:spPr>
          <a:xfrm flipH="1">
            <a:off x="1470175" y="1653225"/>
            <a:ext cx="32439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1" name="Google Shape;711;g36f5cd5a2ba_2_78"/>
          <p:cNvCxnSpPr>
            <a:stCxn id="708" idx="1"/>
          </p:cNvCxnSpPr>
          <p:nvPr/>
        </p:nvCxnSpPr>
        <p:spPr>
          <a:xfrm rot="10800000">
            <a:off x="8408704" y="3236575"/>
            <a:ext cx="1463100" cy="374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12" name="Google Shape;712;g36f5cd5a2ba_2_78"/>
          <p:cNvSpPr/>
          <p:nvPr/>
        </p:nvSpPr>
        <p:spPr>
          <a:xfrm>
            <a:off x="2926225" y="5661125"/>
            <a:ext cx="1239300" cy="2964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13" name="Google Shape;713;g36f5cd5a2ba_2_78"/>
          <p:cNvSpPr txBox="1"/>
          <p:nvPr/>
        </p:nvSpPr>
        <p:spPr>
          <a:xfrm>
            <a:off x="7476225" y="4952000"/>
            <a:ext cx="3833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Assign Member Into CheckListItem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14" name="Google Shape;714;g36f5cd5a2ba_2_78"/>
          <p:cNvCxnSpPr>
            <a:stCxn id="713" idx="1"/>
            <a:endCxn id="712" idx="3"/>
          </p:cNvCxnSpPr>
          <p:nvPr/>
        </p:nvCxnSpPr>
        <p:spPr>
          <a:xfrm flipH="1">
            <a:off x="4165425" y="5182850"/>
            <a:ext cx="3310800" cy="626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5" name="Google Shape;715;g36f5cd5a2ba_2_78"/>
          <p:cNvCxnSpPr/>
          <p:nvPr/>
        </p:nvCxnSpPr>
        <p:spPr>
          <a:xfrm flipH="1">
            <a:off x="4411075" y="2333975"/>
            <a:ext cx="2693700" cy="2241600"/>
          </a:xfrm>
          <a:prstGeom prst="straightConnector1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3711d298ec9_0_207"/>
          <p:cNvSpPr txBox="1">
            <a:spLocks noGrp="1"/>
          </p:cNvSpPr>
          <p:nvPr>
            <p:ph type="body" idx="1"/>
          </p:nvPr>
        </p:nvSpPr>
        <p:spPr>
          <a:xfrm>
            <a:off x="432000" y="2186925"/>
            <a:ext cx="11329200" cy="2484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CheckListItem(Quân)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722" name="Google Shape;722;g3711d298ec9_0_20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CHECKLIST, CHECKLISTITEM</a:t>
            </a:r>
            <a:endParaRPr/>
          </a:p>
        </p:txBody>
      </p:sp>
      <p:pic>
        <p:nvPicPr>
          <p:cNvPr id="723" name="Google Shape;723;g3711d298ec9_0_20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10" y="2186988"/>
            <a:ext cx="11329200" cy="2484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36f5cd5a2ba_2_5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ATTACHMENT IN TRELLO SYSTEM</a:t>
            </a:r>
            <a:endParaRPr/>
          </a:p>
        </p:txBody>
      </p:sp>
      <p:sp>
        <p:nvSpPr>
          <p:cNvPr id="730" name="Google Shape;730;g36f5cd5a2ba_2_51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31" name="Google Shape;731;g36f5cd5a2ba_2_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273630"/>
            <a:ext cx="8153401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32" name="Google Shape;732;g36f5cd5a2ba_2_51"/>
          <p:cNvSpPr txBox="1"/>
          <p:nvPr/>
        </p:nvSpPr>
        <p:spPr>
          <a:xfrm>
            <a:off x="5649250" y="202980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Attachment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33" name="Google Shape;733;g36f5cd5a2ba_2_51"/>
          <p:cNvCxnSpPr>
            <a:endCxn id="734" idx="3"/>
          </p:cNvCxnSpPr>
          <p:nvPr/>
        </p:nvCxnSpPr>
        <p:spPr>
          <a:xfrm flipH="1">
            <a:off x="4127350" y="2491500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34" name="Google Shape;734;g36f5cd5a2ba_2_51"/>
          <p:cNvSpPr/>
          <p:nvPr/>
        </p:nvSpPr>
        <p:spPr>
          <a:xfrm>
            <a:off x="1157350" y="348225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35" name="Google Shape;735;g36f5cd5a2ba_2_51"/>
          <p:cNvSpPr/>
          <p:nvPr/>
        </p:nvSpPr>
        <p:spPr>
          <a:xfrm>
            <a:off x="1157350" y="2303200"/>
            <a:ext cx="2970000" cy="645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36" name="Google Shape;736;g36f5cd5a2ba_2_51"/>
          <p:cNvCxnSpPr>
            <a:stCxn id="732" idx="1"/>
            <a:endCxn id="735" idx="3"/>
          </p:cNvCxnSpPr>
          <p:nvPr/>
        </p:nvCxnSpPr>
        <p:spPr>
          <a:xfrm flipH="1">
            <a:off x="4127350" y="2260650"/>
            <a:ext cx="1521900" cy="36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711d298ec9_0_2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ATTACHMENT, COMMENT, REACTION RELATIONSHIP</a:t>
            </a:r>
            <a:endParaRPr/>
          </a:p>
        </p:txBody>
      </p:sp>
      <p:pic>
        <p:nvPicPr>
          <p:cNvPr id="772" name="Google Shape;772;g3711d298ec9_0_2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379950"/>
            <a:ext cx="11222126" cy="5199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g36f5cd5a2ba_2_4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CARDS IN TRELLO SYSTEM</a:t>
            </a:r>
            <a:endParaRPr/>
          </a:p>
        </p:txBody>
      </p:sp>
      <p:sp>
        <p:nvSpPr>
          <p:cNvPr id="779" name="Google Shape;779;g36f5cd5a2ba_2_43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F5AD33"/>
                </a:solidFill>
              </a:rPr>
              <a:t>FieldItem</a:t>
            </a:r>
            <a:endParaRPr>
              <a:solidFill>
                <a:srgbClr val="F5AD3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780" name="Google Shape;780;g36f5cd5a2ba_2_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273628"/>
            <a:ext cx="6927950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81" name="Google Shape;781;g36f5cd5a2ba_2_43"/>
          <p:cNvSpPr txBox="1"/>
          <p:nvPr/>
        </p:nvSpPr>
        <p:spPr>
          <a:xfrm>
            <a:off x="2141200" y="135777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CustomField</a:t>
            </a:r>
            <a:endParaRPr sz="1800">
              <a:solidFill>
                <a:srgbClr val="F5AD33"/>
              </a:solidFill>
            </a:endParaRPr>
          </a:p>
        </p:txBody>
      </p:sp>
      <p:pic>
        <p:nvPicPr>
          <p:cNvPr id="782" name="Google Shape;782;g36f5cd5a2ba_2_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779926" y="1273630"/>
            <a:ext cx="2981279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783" name="Google Shape;783;g36f5cd5a2ba_2_43"/>
          <p:cNvSpPr txBox="1"/>
          <p:nvPr/>
        </p:nvSpPr>
        <p:spPr>
          <a:xfrm>
            <a:off x="5992750" y="3619925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FieldItem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784" name="Google Shape;784;g36f5cd5a2ba_2_43"/>
          <p:cNvSpPr txBox="1"/>
          <p:nvPr/>
        </p:nvSpPr>
        <p:spPr>
          <a:xfrm>
            <a:off x="5282975" y="25847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FieldValue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785" name="Google Shape;785;g36f5cd5a2ba_2_43"/>
          <p:cNvCxnSpPr>
            <a:endCxn id="786" idx="3"/>
          </p:cNvCxnSpPr>
          <p:nvPr/>
        </p:nvCxnSpPr>
        <p:spPr>
          <a:xfrm flipH="1">
            <a:off x="4061200" y="2889125"/>
            <a:ext cx="1521900" cy="13134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7" name="Google Shape;787;g36f5cd5a2ba_2_43"/>
          <p:cNvCxnSpPr>
            <a:endCxn id="788" idx="3"/>
          </p:cNvCxnSpPr>
          <p:nvPr/>
        </p:nvCxnSpPr>
        <p:spPr>
          <a:xfrm flipH="1">
            <a:off x="4110775" y="3041550"/>
            <a:ext cx="1624800" cy="21051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9" name="Google Shape;789;g36f5cd5a2ba_2_43"/>
          <p:cNvCxnSpPr/>
          <p:nvPr/>
        </p:nvCxnSpPr>
        <p:spPr>
          <a:xfrm flipH="1">
            <a:off x="1686125" y="1696500"/>
            <a:ext cx="740400" cy="267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0" name="Google Shape;790;g36f5cd5a2ba_2_43"/>
          <p:cNvSpPr/>
          <p:nvPr/>
        </p:nvSpPr>
        <p:spPr>
          <a:xfrm>
            <a:off x="730000" y="1974125"/>
            <a:ext cx="2200200" cy="8430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86" name="Google Shape;786;g36f5cd5a2ba_2_43"/>
          <p:cNvSpPr/>
          <p:nvPr/>
        </p:nvSpPr>
        <p:spPr>
          <a:xfrm>
            <a:off x="3031300" y="40286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88" name="Google Shape;788;g36f5cd5a2ba_2_43"/>
          <p:cNvSpPr/>
          <p:nvPr/>
        </p:nvSpPr>
        <p:spPr>
          <a:xfrm>
            <a:off x="3080875" y="49728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91" name="Google Shape;791;g36f5cd5a2ba_2_43"/>
          <p:cNvCxnSpPr/>
          <p:nvPr/>
        </p:nvCxnSpPr>
        <p:spPr>
          <a:xfrm>
            <a:off x="7122575" y="3915825"/>
            <a:ext cx="2686500" cy="47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2" name="Google Shape;792;g36f5cd5a2ba_2_43"/>
          <p:cNvSpPr/>
          <p:nvPr/>
        </p:nvSpPr>
        <p:spPr>
          <a:xfrm>
            <a:off x="9519275" y="439030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793" name="Google Shape;793;g36f5cd5a2ba_2_43"/>
          <p:cNvSpPr/>
          <p:nvPr/>
        </p:nvSpPr>
        <p:spPr>
          <a:xfrm>
            <a:off x="9519275" y="4870775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94" name="Google Shape;794;g36f5cd5a2ba_2_43"/>
          <p:cNvCxnSpPr>
            <a:endCxn id="793" idx="1"/>
          </p:cNvCxnSpPr>
          <p:nvPr/>
        </p:nvCxnSpPr>
        <p:spPr>
          <a:xfrm>
            <a:off x="7101275" y="3937025"/>
            <a:ext cx="2418000" cy="1107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5" name="Google Shape;795;g36f5cd5a2ba_2_43"/>
          <p:cNvSpPr/>
          <p:nvPr/>
        </p:nvSpPr>
        <p:spPr>
          <a:xfrm>
            <a:off x="9519275" y="5351250"/>
            <a:ext cx="1029900" cy="347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796" name="Google Shape;796;g36f5cd5a2ba_2_43"/>
          <p:cNvCxnSpPr>
            <a:endCxn id="795" idx="1"/>
          </p:cNvCxnSpPr>
          <p:nvPr/>
        </p:nvCxnSpPr>
        <p:spPr>
          <a:xfrm>
            <a:off x="7101275" y="4000500"/>
            <a:ext cx="2418000" cy="15246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g3711d298ec9_0_221"/>
          <p:cNvSpPr txBox="1">
            <a:spLocks noGrp="1"/>
          </p:cNvSpPr>
          <p:nvPr>
            <p:ph type="body" idx="1"/>
          </p:nvPr>
        </p:nvSpPr>
        <p:spPr>
          <a:xfrm>
            <a:off x="431999" y="2227912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Card, CustomField, FieldValue, FieldItem(Thông)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/>
              <a:t>,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03" name="Google Shape;803;g3711d298ec9_0_221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4" name="Google Shape;804;g3711d298ec9_0_2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Visily</a:t>
            </a:r>
            <a:endParaRPr/>
          </a:p>
        </p:txBody>
      </p:sp>
      <p:pic>
        <p:nvPicPr>
          <p:cNvPr id="805" name="Google Shape;805;g3711d298ec9_0_2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13" y="1342563"/>
            <a:ext cx="10582275" cy="5362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Google Shape;811;g3711d298ec9_0_17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12" name="Google Shape;812;g3711d298ec9_0_1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97200" y="1020488"/>
            <a:ext cx="2952950" cy="56019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3" name="Google Shape;813;g3711d298ec9_0_17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8625" y="1167200"/>
            <a:ext cx="2506259" cy="5455200"/>
          </a:xfrm>
          <a:prstGeom prst="rect">
            <a:avLst/>
          </a:prstGeom>
          <a:noFill/>
          <a:ln>
            <a:noFill/>
          </a:ln>
        </p:spPr>
      </p:pic>
      <p:sp>
        <p:nvSpPr>
          <p:cNvPr id="814" name="Google Shape;814;g3711d298ec9_0_170"/>
          <p:cNvSpPr/>
          <p:nvPr/>
        </p:nvSpPr>
        <p:spPr>
          <a:xfrm>
            <a:off x="602150" y="4631125"/>
            <a:ext cx="952500" cy="3393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15" name="Google Shape;815;g3711d298ec9_0_170"/>
          <p:cNvSpPr txBox="1"/>
          <p:nvPr/>
        </p:nvSpPr>
        <p:spPr>
          <a:xfrm>
            <a:off x="1287225" y="3437950"/>
            <a:ext cx="149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Click Here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16" name="Google Shape;816;g3711d298ec9_0_170"/>
          <p:cNvCxnSpPr>
            <a:endCxn id="814" idx="0"/>
          </p:cNvCxnSpPr>
          <p:nvPr/>
        </p:nvCxnSpPr>
        <p:spPr>
          <a:xfrm flipH="1">
            <a:off x="1078400" y="3820825"/>
            <a:ext cx="476100" cy="8103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17" name="Google Shape;817;g3711d298ec9_0_170"/>
          <p:cNvCxnSpPr>
            <a:endCxn id="814" idx="3"/>
          </p:cNvCxnSpPr>
          <p:nvPr/>
        </p:nvCxnSpPr>
        <p:spPr>
          <a:xfrm flipH="1">
            <a:off x="1554650" y="3766075"/>
            <a:ext cx="1970700" cy="10347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pic>
        <p:nvPicPr>
          <p:cNvPr id="818" name="Google Shape;818;g3711d298ec9_0_17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809775" y="1020500"/>
            <a:ext cx="2657475" cy="4086225"/>
          </a:xfrm>
          <a:prstGeom prst="rect">
            <a:avLst/>
          </a:prstGeom>
          <a:noFill/>
          <a:ln>
            <a:noFill/>
          </a:ln>
        </p:spPr>
      </p:pic>
      <p:sp>
        <p:nvSpPr>
          <p:cNvPr id="819" name="Google Shape;819;g3711d298ec9_0_170"/>
          <p:cNvSpPr/>
          <p:nvPr/>
        </p:nvSpPr>
        <p:spPr>
          <a:xfrm>
            <a:off x="3863875" y="5856450"/>
            <a:ext cx="646800" cy="571500"/>
          </a:xfrm>
          <a:prstGeom prst="rect">
            <a:avLst/>
          </a:prstGeom>
          <a:noFill/>
          <a:ln w="2857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20" name="Google Shape;820;g3711d298ec9_0_170"/>
          <p:cNvCxnSpPr/>
          <p:nvPr/>
        </p:nvCxnSpPr>
        <p:spPr>
          <a:xfrm flipH="1">
            <a:off x="4532575" y="2058275"/>
            <a:ext cx="3897600" cy="3744300"/>
          </a:xfrm>
          <a:prstGeom prst="straightConnector1">
            <a:avLst/>
          </a:prstGeom>
          <a:noFill/>
          <a:ln w="19050" cap="flat" cmpd="sng">
            <a:solidFill>
              <a:srgbClr val="F39800"/>
            </a:solidFill>
            <a:prstDash val="solid"/>
            <a:round/>
            <a:headEnd type="stealth" w="med" len="med"/>
            <a:tailEnd type="none" w="med" len="med"/>
          </a:ln>
        </p:spPr>
      </p:cxnSp>
      <p:sp>
        <p:nvSpPr>
          <p:cNvPr id="821" name="Google Shape;821;g3711d298ec9_0_170"/>
          <p:cNvSpPr txBox="1"/>
          <p:nvPr/>
        </p:nvSpPr>
        <p:spPr>
          <a:xfrm>
            <a:off x="4890422" y="3359250"/>
            <a:ext cx="1981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Drag To Here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22" name="Google Shape;822;g3711d298ec9_0_170"/>
          <p:cNvSpPr txBox="1"/>
          <p:nvPr/>
        </p:nvSpPr>
        <p:spPr>
          <a:xfrm>
            <a:off x="2840575" y="5340875"/>
            <a:ext cx="897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Sticker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23" name="Google Shape;823;g3711d298ec9_0_170"/>
          <p:cNvCxnSpPr>
            <a:stCxn id="819" idx="1"/>
          </p:cNvCxnSpPr>
          <p:nvPr/>
        </p:nvCxnSpPr>
        <p:spPr>
          <a:xfrm rot="10800000">
            <a:off x="3448675" y="5649300"/>
            <a:ext cx="415200" cy="492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36f876ad1a4_2_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STICKERS IN TRELLO SYSTEM</a:t>
            </a:r>
            <a:endParaRPr/>
          </a:p>
        </p:txBody>
      </p:sp>
      <p:pic>
        <p:nvPicPr>
          <p:cNvPr id="830" name="Google Shape;830;g36f876ad1a4_2_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609625"/>
            <a:ext cx="11329800" cy="3951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g370f527ffbd_3_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HOME TAB IN TRELLO SYSTEM</a:t>
            </a:r>
            <a:endParaRPr/>
          </a:p>
        </p:txBody>
      </p:sp>
      <p:sp>
        <p:nvSpPr>
          <p:cNvPr id="837" name="Google Shape;837;g370f527ffbd_3_7"/>
          <p:cNvSpPr txBox="1">
            <a:spLocks noGrp="1"/>
          </p:cNvSpPr>
          <p:nvPr>
            <p:ph type="body" idx="1"/>
          </p:nvPr>
        </p:nvSpPr>
        <p:spPr>
          <a:xfrm>
            <a:off x="1947875" y="1273625"/>
            <a:ext cx="8296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38" name="Google Shape;838;g370f527ffbd_3_7"/>
          <p:cNvSpPr txBox="1"/>
          <p:nvPr/>
        </p:nvSpPr>
        <p:spPr>
          <a:xfrm>
            <a:off x="5500350" y="1528775"/>
            <a:ext cx="21198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TemplateCategory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839" name="Google Shape;839;g370f527ffbd_3_7"/>
          <p:cNvSpPr txBox="1"/>
          <p:nvPr/>
        </p:nvSpPr>
        <p:spPr>
          <a:xfrm>
            <a:off x="6251475" y="3314025"/>
            <a:ext cx="1300500" cy="43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</a:rPr>
              <a:t>Template</a:t>
            </a:r>
            <a:endParaRPr sz="1800">
              <a:solidFill>
                <a:schemeClr val="dk1"/>
              </a:solidFill>
            </a:endParaRPr>
          </a:p>
        </p:txBody>
      </p:sp>
      <p:pic>
        <p:nvPicPr>
          <p:cNvPr id="840" name="Google Shape;840;g370f527ffbd_3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7838" y="1273500"/>
            <a:ext cx="8296263" cy="5154301"/>
          </a:xfrm>
          <a:prstGeom prst="rect">
            <a:avLst/>
          </a:prstGeom>
          <a:noFill/>
          <a:ln>
            <a:noFill/>
          </a:ln>
        </p:spPr>
      </p:pic>
      <p:sp>
        <p:nvSpPr>
          <p:cNvPr id="841" name="Google Shape;841;g370f527ffbd_3_7"/>
          <p:cNvSpPr txBox="1"/>
          <p:nvPr/>
        </p:nvSpPr>
        <p:spPr>
          <a:xfrm>
            <a:off x="2477425" y="1433200"/>
            <a:ext cx="987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Activity</a:t>
            </a:r>
            <a:endParaRPr sz="1800">
              <a:solidFill>
                <a:srgbClr val="F5AD33"/>
              </a:solidFill>
            </a:endParaRPr>
          </a:p>
        </p:txBody>
      </p:sp>
      <p:sp>
        <p:nvSpPr>
          <p:cNvPr id="842" name="Google Shape;842;g370f527ffbd_3_7"/>
          <p:cNvSpPr/>
          <p:nvPr/>
        </p:nvSpPr>
        <p:spPr>
          <a:xfrm>
            <a:off x="4159250" y="2090324"/>
            <a:ext cx="2698800" cy="19092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43" name="Google Shape;843;g370f527ffbd_3_7"/>
          <p:cNvCxnSpPr/>
          <p:nvPr/>
        </p:nvCxnSpPr>
        <p:spPr>
          <a:xfrm rot="10800000">
            <a:off x="3310650" y="1840625"/>
            <a:ext cx="853500" cy="8121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44" name="Google Shape;844;g370f527ffbd_3_7"/>
          <p:cNvSpPr/>
          <p:nvPr/>
        </p:nvSpPr>
        <p:spPr>
          <a:xfrm>
            <a:off x="4159250" y="4299075"/>
            <a:ext cx="2760600" cy="2044800"/>
          </a:xfrm>
          <a:prstGeom prst="rect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25" tIns="73125" rIns="73125" bIns="731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9">
              <a:solidFill>
                <a:schemeClr val="lt1"/>
              </a:solidFill>
            </a:endParaRPr>
          </a:p>
        </p:txBody>
      </p:sp>
      <p:cxnSp>
        <p:nvCxnSpPr>
          <p:cNvPr id="845" name="Google Shape;845;g370f527ffbd_3_7"/>
          <p:cNvCxnSpPr>
            <a:endCxn id="841" idx="2"/>
          </p:cNvCxnSpPr>
          <p:nvPr/>
        </p:nvCxnSpPr>
        <p:spPr>
          <a:xfrm rot="10800000">
            <a:off x="2971225" y="1894900"/>
            <a:ext cx="1203300" cy="2557200"/>
          </a:xfrm>
          <a:prstGeom prst="straightConnector1">
            <a:avLst/>
          </a:prstGeom>
          <a:noFill/>
          <a:ln w="76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g36f5cd5a2ba_2_8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NOTIFICATION IN TRELLO SYSTEM</a:t>
            </a:r>
            <a:endParaRPr/>
          </a:p>
        </p:txBody>
      </p:sp>
      <p:sp>
        <p:nvSpPr>
          <p:cNvPr id="852" name="Google Shape;852;g36f5cd5a2ba_2_87"/>
          <p:cNvSpPr txBox="1">
            <a:spLocks noGrp="1"/>
          </p:cNvSpPr>
          <p:nvPr>
            <p:ph type="body" idx="1"/>
          </p:nvPr>
        </p:nvSpPr>
        <p:spPr>
          <a:xfrm>
            <a:off x="432000" y="1273623"/>
            <a:ext cx="11329200" cy="51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pic>
        <p:nvPicPr>
          <p:cNvPr id="853" name="Google Shape;853;g36f5cd5a2ba_2_8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3" y="1273628"/>
            <a:ext cx="5324892" cy="5154300"/>
          </a:xfrm>
          <a:prstGeom prst="rect">
            <a:avLst/>
          </a:prstGeom>
          <a:noFill/>
          <a:ln>
            <a:noFill/>
          </a:ln>
        </p:spPr>
      </p:pic>
      <p:sp>
        <p:nvSpPr>
          <p:cNvPr id="854" name="Google Shape;854;g36f5cd5a2ba_2_87"/>
          <p:cNvSpPr/>
          <p:nvPr/>
        </p:nvSpPr>
        <p:spPr>
          <a:xfrm>
            <a:off x="679750" y="4286275"/>
            <a:ext cx="3750300" cy="6657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55" name="Google Shape;855;g36f5cd5a2ba_2_87"/>
          <p:cNvSpPr txBox="1"/>
          <p:nvPr/>
        </p:nvSpPr>
        <p:spPr>
          <a:xfrm>
            <a:off x="6865175" y="2076525"/>
            <a:ext cx="1401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Notification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56" name="Google Shape;856;g36f5cd5a2ba_2_87"/>
          <p:cNvCxnSpPr>
            <a:stCxn id="855" idx="1"/>
            <a:endCxn id="854" idx="3"/>
          </p:cNvCxnSpPr>
          <p:nvPr/>
        </p:nvCxnSpPr>
        <p:spPr>
          <a:xfrm flipH="1">
            <a:off x="4430075" y="2307375"/>
            <a:ext cx="2435100" cy="2311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6f876ad1a4_0_40"/>
          <p:cNvSpPr txBox="1">
            <a:spLocks noGrp="1"/>
          </p:cNvSpPr>
          <p:nvPr>
            <p:ph type="body" idx="1"/>
          </p:nvPr>
        </p:nvSpPr>
        <p:spPr>
          <a:xfrm>
            <a:off x="432000" y="1528700"/>
            <a:ext cx="11068200" cy="3625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63" name="Google Shape;863;g36f876ad1a4_0_40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4" name="Google Shape;864;g36f876ad1a4_0_4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ACTIVITY, NOTIFICATION RELATIONSHIP</a:t>
            </a:r>
            <a:endParaRPr/>
          </a:p>
        </p:txBody>
      </p:sp>
      <p:pic>
        <p:nvPicPr>
          <p:cNvPr id="865" name="Google Shape;865;g36f876ad1a4_0_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4" y="1528786"/>
            <a:ext cx="11068050" cy="3625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Google Shape;871;g36f5cd5a2ba_2_1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 IN TRELLO SYSTEM</a:t>
            </a:r>
            <a:endParaRPr/>
          </a:p>
        </p:txBody>
      </p:sp>
      <p:pic>
        <p:nvPicPr>
          <p:cNvPr id="872" name="Google Shape;872;g36f5cd5a2ba_2_1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25" y="1405650"/>
            <a:ext cx="9034925" cy="2988950"/>
          </a:xfrm>
          <a:prstGeom prst="rect">
            <a:avLst/>
          </a:prstGeom>
          <a:noFill/>
          <a:ln>
            <a:noFill/>
          </a:ln>
        </p:spPr>
      </p:pic>
      <p:sp>
        <p:nvSpPr>
          <p:cNvPr id="873" name="Google Shape;873;g36f5cd5a2ba_2_115"/>
          <p:cNvSpPr txBox="1"/>
          <p:nvPr/>
        </p:nvSpPr>
        <p:spPr>
          <a:xfrm>
            <a:off x="7763400" y="17907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Collection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74" name="Google Shape;874;g36f5cd5a2ba_2_115"/>
          <p:cNvCxnSpPr>
            <a:endCxn id="875" idx="3"/>
          </p:cNvCxnSpPr>
          <p:nvPr/>
        </p:nvCxnSpPr>
        <p:spPr>
          <a:xfrm flipH="1">
            <a:off x="5240275" y="2124925"/>
            <a:ext cx="2739300" cy="10065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5" name="Google Shape;875;g36f5cd5a2ba_2_115"/>
          <p:cNvSpPr/>
          <p:nvPr/>
        </p:nvSpPr>
        <p:spPr>
          <a:xfrm>
            <a:off x="5041075" y="3060625"/>
            <a:ext cx="199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76" name="Google Shape;876;g36f5cd5a2ba_2_115"/>
          <p:cNvSpPr/>
          <p:nvPr/>
        </p:nvSpPr>
        <p:spPr>
          <a:xfrm>
            <a:off x="7271600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77" name="Google Shape;877;g36f5cd5a2ba_2_115"/>
          <p:cNvCxnSpPr>
            <a:endCxn id="876" idx="0"/>
          </p:cNvCxnSpPr>
          <p:nvPr/>
        </p:nvCxnSpPr>
        <p:spPr>
          <a:xfrm flipH="1">
            <a:off x="7363700" y="2091375"/>
            <a:ext cx="929100" cy="957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8" name="Google Shape;878;g36f5cd5a2ba_2_115"/>
          <p:cNvSpPr/>
          <p:nvPr/>
        </p:nvSpPr>
        <p:spPr>
          <a:xfrm>
            <a:off x="7482825" y="3049275"/>
            <a:ext cx="184200" cy="1416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79" name="Google Shape;879;g36f5cd5a2ba_2_115"/>
          <p:cNvCxnSpPr/>
          <p:nvPr/>
        </p:nvCxnSpPr>
        <p:spPr>
          <a:xfrm flipH="1">
            <a:off x="7662050" y="2109500"/>
            <a:ext cx="820800" cy="946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0" name="Google Shape;880;g36f5cd5a2ba_2_115"/>
          <p:cNvSpPr/>
          <p:nvPr/>
        </p:nvSpPr>
        <p:spPr>
          <a:xfrm>
            <a:off x="557975" y="3290625"/>
            <a:ext cx="2151300" cy="9468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sp>
        <p:nvSpPr>
          <p:cNvPr id="881" name="Google Shape;881;g36f5cd5a2ba_2_115"/>
          <p:cNvSpPr txBox="1"/>
          <p:nvPr/>
        </p:nvSpPr>
        <p:spPr>
          <a:xfrm>
            <a:off x="5076450" y="3717000"/>
            <a:ext cx="136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rgbClr val="F5AD33"/>
                </a:solidFill>
              </a:rPr>
              <a:t>Board</a:t>
            </a:r>
            <a:endParaRPr sz="1800">
              <a:solidFill>
                <a:srgbClr val="F5AD33"/>
              </a:solidFill>
            </a:endParaRPr>
          </a:p>
        </p:txBody>
      </p:sp>
      <p:cxnSp>
        <p:nvCxnSpPr>
          <p:cNvPr id="882" name="Google Shape;882;g36f5cd5a2ba_2_115"/>
          <p:cNvCxnSpPr>
            <a:stCxn id="881" idx="1"/>
            <a:endCxn id="880" idx="3"/>
          </p:cNvCxnSpPr>
          <p:nvPr/>
        </p:nvCxnSpPr>
        <p:spPr>
          <a:xfrm rot="10800000">
            <a:off x="2709150" y="3763950"/>
            <a:ext cx="2367300" cy="1839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3" name="Google Shape;883;g36f5cd5a2ba_2_115"/>
          <p:cNvSpPr/>
          <p:nvPr/>
        </p:nvSpPr>
        <p:spPr>
          <a:xfrm>
            <a:off x="2778675" y="2300025"/>
            <a:ext cx="2151300" cy="902100"/>
          </a:xfrm>
          <a:prstGeom prst="rect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cxnSp>
        <p:nvCxnSpPr>
          <p:cNvPr id="884" name="Google Shape;884;g36f5cd5a2ba_2_115"/>
          <p:cNvCxnSpPr>
            <a:stCxn id="881" idx="1"/>
            <a:endCxn id="883" idx="2"/>
          </p:cNvCxnSpPr>
          <p:nvPr/>
        </p:nvCxnSpPr>
        <p:spPr>
          <a:xfrm rot="10800000">
            <a:off x="3854250" y="3202050"/>
            <a:ext cx="1222200" cy="745800"/>
          </a:xfrm>
          <a:prstGeom prst="straightConnector1">
            <a:avLst/>
          </a:prstGeom>
          <a:noFill/>
          <a:ln w="9525" cap="flat" cmpd="sng">
            <a:solidFill>
              <a:srgbClr val="F398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g36f876ad1a4_0_47"/>
          <p:cNvSpPr txBox="1">
            <a:spLocks noGrp="1"/>
          </p:cNvSpPr>
          <p:nvPr>
            <p:ph type="body" idx="1"/>
          </p:nvPr>
        </p:nvSpPr>
        <p:spPr>
          <a:xfrm>
            <a:off x="431999" y="2160587"/>
            <a:ext cx="11329200" cy="4267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600"/>
              </a:spcAft>
              <a:buNone/>
            </a:pPr>
            <a:endParaRPr/>
          </a:p>
        </p:txBody>
      </p:sp>
      <p:sp>
        <p:nvSpPr>
          <p:cNvPr id="891" name="Google Shape;891;g36f876ad1a4_0_47"/>
          <p:cNvSpPr txBox="1">
            <a:spLocks noGrp="1"/>
          </p:cNvSpPr>
          <p:nvPr>
            <p:ph type="body" idx="2"/>
          </p:nvPr>
        </p:nvSpPr>
        <p:spPr>
          <a:xfrm>
            <a:off x="431999" y="1530000"/>
            <a:ext cx="11329200" cy="338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2" name="Google Shape;892;g36f876ad1a4_0_4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COLLECTION, BOARD, BOARDCOLLECTION RELATIONSHIP</a:t>
            </a:r>
            <a:endParaRPr/>
          </a:p>
        </p:txBody>
      </p:sp>
      <p:pic>
        <p:nvPicPr>
          <p:cNvPr id="893" name="Google Shape;893;g36f876ad1a4_0_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000" y="1530001"/>
            <a:ext cx="11329200" cy="24560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oogle Shape;899;p11"/>
          <p:cNvSpPr/>
          <p:nvPr/>
        </p:nvSpPr>
        <p:spPr>
          <a:xfrm>
            <a:off x="0" y="1098000"/>
            <a:ext cx="12192000" cy="1098000"/>
          </a:xfrm>
          <a:prstGeom prst="rect">
            <a:avLst/>
          </a:prstGeom>
          <a:gradFill>
            <a:gsLst>
              <a:gs pos="0">
                <a:srgbClr val="878789"/>
              </a:gs>
              <a:gs pos="50000">
                <a:srgbClr val="C4C4C6"/>
              </a:gs>
              <a:gs pos="100000">
                <a:srgbClr val="EBEBED"/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Google Shape;900;p11"/>
          <p:cNvSpPr txBox="1">
            <a:spLocks noGrp="1"/>
          </p:cNvSpPr>
          <p:nvPr>
            <p:ph type="body" idx="1"/>
          </p:nvPr>
        </p:nvSpPr>
        <p:spPr>
          <a:xfrm>
            <a:off x="431999" y="2160000"/>
            <a:ext cx="7263999" cy="42677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Intern | Trello Team</a:t>
            </a:r>
            <a:endParaRPr/>
          </a:p>
          <a:p>
            <a:pPr marL="270000" lvl="0" indent="-1557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</a:pPr>
            <a:endParaRPr/>
          </a:p>
        </p:txBody>
      </p:sp>
      <p:sp>
        <p:nvSpPr>
          <p:cNvPr id="901" name="Google Shape;901;p1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Q&amp;A</a:t>
            </a:r>
            <a:endParaRPr/>
          </a:p>
        </p:txBody>
      </p:sp>
      <p:pic>
        <p:nvPicPr>
          <p:cNvPr id="902" name="Google Shape;902;p11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36770" r="36769"/>
          <a:stretch/>
        </p:blipFill>
        <p:spPr>
          <a:xfrm>
            <a:off x="8128000" y="1098550"/>
            <a:ext cx="4064000" cy="575945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pic>
      <p:sp>
        <p:nvSpPr>
          <p:cNvPr id="903" name="Google Shape;903;p11"/>
          <p:cNvSpPr txBox="1">
            <a:spLocks noGrp="1"/>
          </p:cNvSpPr>
          <p:nvPr>
            <p:ph type="body" idx="3"/>
          </p:nvPr>
        </p:nvSpPr>
        <p:spPr>
          <a:xfrm>
            <a:off x="431999" y="1098550"/>
            <a:ext cx="7263999" cy="1061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GB" sz="4400">
                <a:solidFill>
                  <a:schemeClr val="dk2"/>
                </a:solidFill>
              </a:rPr>
              <a:t>Thank you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</a:pPr>
            <a:endParaRPr sz="44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3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5" name="Google Shape;915;p13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916" name="Google Shape;916;p13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How-to guides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2" name="Google Shape;922;p14"/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923" name="Google Shape;923;p14"/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" name="Google Shape;924;p14"/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25" name="Google Shape;925;p14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26" name="Google Shape;926;p14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Master layouts &amp; slide library</a:t>
            </a:r>
            <a:endParaRPr/>
          </a:p>
        </p:txBody>
      </p:sp>
      <p:sp>
        <p:nvSpPr>
          <p:cNvPr id="927" name="Google Shape;927;p14"/>
          <p:cNvSpPr txBox="1"/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r>
              <a:rPr lang="en-GB" sz="21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Insert new slide</a:t>
            </a:r>
            <a:endParaRPr/>
          </a:p>
        </p:txBody>
      </p:sp>
      <p:sp>
        <p:nvSpPr>
          <p:cNvPr id="928" name="Google Shape;928;p14"/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«New Slide»</a:t>
            </a:r>
            <a:endParaRPr/>
          </a:p>
        </p:txBody>
      </p:sp>
      <p:sp>
        <p:nvSpPr>
          <p:cNvPr id="929" name="Google Shape;929;p14"/>
          <p:cNvSpPr/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30" name="Google Shape;930;p14"/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layout</a:t>
            </a:r>
            <a:endParaRPr/>
          </a:p>
          <a:p>
            <a:pPr marL="0" marR="0" lvl="0" indent="0" algn="ctr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Choose the desired layout from the pre-programmed master layouts.</a:t>
            </a:r>
            <a:endParaRPr/>
          </a:p>
        </p:txBody>
      </p:sp>
      <p:sp>
        <p:nvSpPr>
          <p:cNvPr id="931" name="Google Shape;931;p14"/>
          <p:cNvSpPr/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32" name="Google Shape;932;p14"/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 select layout from slide library</a:t>
            </a:r>
            <a:endParaRPr/>
          </a:p>
        </p:txBody>
      </p:sp>
      <p:sp>
        <p:nvSpPr>
          <p:cNvPr id="933" name="Google Shape;933;p14"/>
          <p:cNvSpPr/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🡪</a:t>
            </a:r>
            <a:endParaRPr sz="1800" b="1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34" name="Google Shape;934;p14"/>
          <p:cNvCxnSpPr/>
          <p:nvPr/>
        </p:nvCxnSpPr>
        <p:spPr>
          <a:xfrm rot="10800000">
            <a:off x="3025123" y="4015522"/>
            <a:ext cx="828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triangle" w="med" len="med"/>
            <a:tailEnd type="none" w="sm" len="sm"/>
          </a:ln>
        </p:spPr>
      </p:cxnSp>
      <p:cxnSp>
        <p:nvCxnSpPr>
          <p:cNvPr id="935" name="Google Shape;935;p14"/>
          <p:cNvCxnSpPr/>
          <p:nvPr/>
        </p:nvCxnSpPr>
        <p:spPr>
          <a:xfrm rot="10800000">
            <a:off x="3025123" y="3612089"/>
            <a:ext cx="0" cy="806866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936" name="Google Shape;936;p14"/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937" name="Google Shape;937;p14"/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38" name="Google Shape;938;p14"/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939" name="Google Shape;939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40" name="Google Shape;940;p14"/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1" name="Google Shape;941;p14"/>
              <p:cNvSpPr/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1</a:t>
                </a:r>
                <a:endParaRPr/>
              </a:p>
            </p:txBody>
          </p:sp>
        </p:grpSp>
      </p:grpSp>
      <p:grpSp>
        <p:nvGrpSpPr>
          <p:cNvPr id="942" name="Google Shape;942;p14"/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943" name="Google Shape;943;p14"/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44" name="Google Shape;944;p14"/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945" name="Google Shape;945;p14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946" name="Google Shape;946;p14"/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431"/>
                </a:srgbClr>
              </a:solidFill>
              <a:ln w="28575" cap="flat" cmpd="sng">
                <a:solidFill>
                  <a:srgbClr val="F398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lt1"/>
                  </a:buClr>
                  <a:buSzPts val="1800"/>
                  <a:buFont typeface="Arial"/>
                  <a:buNone/>
                </a:pPr>
                <a:endParaRPr sz="18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7" name="Google Shape;947;p14"/>
              <p:cNvSpPr/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dk2"/>
              </a:solidFill>
              <a:ln w="3810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marR="0" lvl="0" indent="0" algn="ctr" rtl="0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200"/>
                  <a:buFont typeface="Arial"/>
                  <a:buNone/>
                </a:pPr>
                <a:r>
                  <a:rPr lang="en-GB" sz="1200" b="1" i="0" u="none" strike="noStrike" cap="non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2</a:t>
                </a:r>
                <a:endParaRPr/>
              </a:p>
            </p:txBody>
          </p:sp>
        </p:grp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p15"/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original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slide in original presentation with Ctrl+C.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 the target presentation, select the slide after which the original slide is to be inserted.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in the tab «Home / Paste / Use Destination Theme».</a:t>
            </a:r>
            <a:endParaRPr/>
          </a:p>
        </p:txBody>
      </p:sp>
      <p:sp>
        <p:nvSpPr>
          <p:cNvPr id="954" name="Google Shape;954;p15"/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Assign slide layout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inserted slide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desired layout in the tab «Home / Layout».</a:t>
            </a:r>
            <a:endParaRPr/>
          </a:p>
        </p:txBody>
      </p:sp>
      <p:sp>
        <p:nvSpPr>
          <p:cNvPr id="955" name="Google Shape;955;p15"/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slide manually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all slide contents such as text blocks, images, etc. for position and size and manually adjust them to the new layout grid.</a:t>
            </a:r>
            <a:endParaRPr/>
          </a:p>
        </p:txBody>
      </p:sp>
      <p:sp>
        <p:nvSpPr>
          <p:cNvPr id="956" name="Google Shape;956;p15"/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144000" tIns="396000" rIns="14400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Check design</a:t>
            </a:r>
            <a:endParaRPr/>
          </a:p>
          <a:p>
            <a:pPr marL="0" marR="0" lvl="0" indent="0" algn="l" rtl="0">
              <a:lnSpc>
                <a:spcPct val="12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Independently check: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Font type, sizes and font colours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of graphic elements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alignment</a:t>
            </a:r>
            <a:endParaRPr/>
          </a:p>
          <a:p>
            <a:pPr marL="216000" marR="0" lvl="0" indent="-216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Coherence of the overall picture</a:t>
            </a:r>
            <a:endParaRPr/>
          </a:p>
        </p:txBody>
      </p:sp>
      <p:sp>
        <p:nvSpPr>
          <p:cNvPr id="957" name="Google Shape;957;p15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Transfer of existing slides into the new Master</a:t>
            </a:r>
            <a:endParaRPr/>
          </a:p>
        </p:txBody>
      </p:sp>
      <p:sp>
        <p:nvSpPr>
          <p:cNvPr id="958" name="Google Shape;958;p15"/>
          <p:cNvSpPr/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59" name="Google Shape;959;p15"/>
          <p:cNvSpPr/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60" name="Google Shape;960;p15"/>
          <p:cNvSpPr/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961" name="Google Shape;961;p15"/>
          <p:cNvSpPr/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dk2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2000" tIns="192000" rIns="192000" bIns="1920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lang="en-GB" sz="1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pic>
        <p:nvPicPr>
          <p:cNvPr id="962" name="Google Shape;962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22400" y="4230000"/>
            <a:ext cx="1598065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pic>
        <p:nvPicPr>
          <p:cNvPr id="963" name="Google Shape;963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81200" y="5400000"/>
            <a:ext cx="1608771" cy="900000"/>
          </a:xfrm>
          <a:prstGeom prst="rect">
            <a:avLst/>
          </a:prstGeom>
          <a:noFill/>
          <a:ln>
            <a:noFill/>
          </a:ln>
          <a:effectLst>
            <a:outerShdw blurRad="127000" dist="127000" dir="2700000" algn="tl" rotWithShape="0">
              <a:srgbClr val="000000">
                <a:alpha val="17647"/>
              </a:srgbClr>
            </a:outerShdw>
          </a:effectLst>
        </p:spPr>
      </p:pic>
      <p:grpSp>
        <p:nvGrpSpPr>
          <p:cNvPr id="964" name="Google Shape;964;p15"/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965" name="Google Shape;965;p15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966" name="Google Shape;966;p15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967" name="Google Shape;967;p15"/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144000" tIns="144000" rIns="144000" bIns="1440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Important: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GB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When transferring existing slides, always carry out all four steps.</a:t>
            </a:r>
            <a:endParaRPr/>
          </a:p>
        </p:txBody>
      </p:sp>
      <p:grpSp>
        <p:nvGrpSpPr>
          <p:cNvPr id="968" name="Google Shape;968;p15"/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69" name="Google Shape;969;p15"/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70" name="Google Shape;970;p15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1" name="Google Shape;971;p15"/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2" name="Google Shape;972;p15"/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73" name="Google Shape;973;p15"/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974" name="Google Shape;974;p15"/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26714" sx="101000" sy="101000" algn="ctr" rotWithShape="0">
                <a:srgbClr val="000000">
                  <a:alpha val="17647"/>
                </a:srgbClr>
              </a:outerShdw>
            </a:effectLst>
          </p:spPr>
          <p:txBody>
            <a:bodyPr spcFirstLastPara="1" wrap="square" lIns="96000" tIns="96000" rIns="96000" bIns="960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67"/>
                <a:buFont typeface="Arial"/>
                <a:buNone/>
              </a:pPr>
              <a:endParaRPr sz="1867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75" name="Google Shape;975;p15"/>
            <p:cNvPicPr preferRelativeResize="0"/>
            <p:nvPr/>
          </p:nvPicPr>
          <p:blipFill rotWithShape="1">
            <a:blip r:embed="rId6">
              <a:alphaModFix/>
            </a:blip>
            <a:srcRect r="4694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76" name="Google Shape;976;p15"/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7" name="Google Shape;977;p15"/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" name="Google Shape;978;p15"/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431"/>
              </a:srgbClr>
            </a:solidFill>
            <a:ln w="28575" cap="flat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Google Shape;984;p16"/>
          <p:cNvSpPr txBox="1">
            <a:spLocks noGrp="1"/>
          </p:cNvSpPr>
          <p:nvPr>
            <p:ph type="body" idx="2"/>
          </p:nvPr>
        </p:nvSpPr>
        <p:spPr>
          <a:xfrm>
            <a:off x="432000" y="1530000"/>
            <a:ext cx="544799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Approach</a:t>
            </a:r>
            <a:endParaRPr/>
          </a:p>
        </p:txBody>
      </p:sp>
      <p:sp>
        <p:nvSpPr>
          <p:cNvPr id="985" name="Google Shape;985;p16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Change icon colour</a:t>
            </a:r>
            <a:endParaRPr/>
          </a:p>
        </p:txBody>
      </p:sp>
      <p:sp>
        <p:nvSpPr>
          <p:cNvPr id="986" name="Google Shape;986;p16"/>
          <p:cNvSpPr txBox="1">
            <a:spLocks noGrp="1"/>
          </p:cNvSpPr>
          <p:nvPr>
            <p:ph type="body" idx="4"/>
          </p:nvPr>
        </p:nvSpPr>
        <p:spPr>
          <a:xfrm>
            <a:off x="6312000" y="1530000"/>
            <a:ext cx="5449788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lang="en-GB"/>
              <a:t>Notes</a:t>
            </a:r>
            <a:endParaRPr/>
          </a:p>
        </p:txBody>
      </p:sp>
      <p:sp>
        <p:nvSpPr>
          <p:cNvPr id="987" name="Google Shape;987;p16"/>
          <p:cNvSpPr txBox="1">
            <a:spLocks noGrp="1"/>
          </p:cNvSpPr>
          <p:nvPr>
            <p:ph type="body" idx="1"/>
          </p:nvPr>
        </p:nvSpPr>
        <p:spPr>
          <a:xfrm>
            <a:off x="432000" y="2160585"/>
            <a:ext cx="5447999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Select icon</a:t>
            </a:r>
            <a:endParaRPr/>
          </a:p>
          <a:p>
            <a:pPr marL="342900" lvl="0" indent="-3429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Arial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  <a:endParaRPr/>
          </a:p>
        </p:txBody>
      </p:sp>
      <p:sp>
        <p:nvSpPr>
          <p:cNvPr id="988" name="Google Shape;988;p16"/>
          <p:cNvSpPr txBox="1">
            <a:spLocks noGrp="1"/>
          </p:cNvSpPr>
          <p:nvPr>
            <p:ph type="body" idx="3"/>
          </p:nvPr>
        </p:nvSpPr>
        <p:spPr>
          <a:xfrm>
            <a:off x="6312000" y="2160587"/>
            <a:ext cx="5449788" cy="4267201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216000" tIns="180000" rIns="216000" bIns="0" anchor="t" anchorCtr="0">
            <a:noAutofit/>
          </a:bodyPr>
          <a:lstStyle/>
          <a:p>
            <a:pPr marL="270000" lvl="0" indent="-2700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  <a:endParaRPr/>
          </a:p>
          <a:p>
            <a:pPr marL="270000" lvl="0" indent="-27000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SzPts val="1800"/>
              <a:buChar char="•"/>
            </a:pPr>
            <a:r>
              <a:rPr lang="en-GB"/>
              <a:t>Best vector file format for icons: *.svg</a:t>
            </a:r>
            <a:endParaRPr/>
          </a:p>
        </p:txBody>
      </p:sp>
      <p:grpSp>
        <p:nvGrpSpPr>
          <p:cNvPr id="989" name="Google Shape;989;p16"/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990" name="Google Shape;990;p16"/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91" name="Google Shape;991;p16"/>
            <p:cNvPicPr preferRelativeResize="0"/>
            <p:nvPr/>
          </p:nvPicPr>
          <p:blipFill rotWithShape="1">
            <a:blip r:embed="rId3">
              <a:alphaModFix/>
            </a:blip>
            <a:srcRect l="1003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2" name="Google Shape;992;p16"/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dk2">
                <a:alpha val="14901"/>
              </a:schemeClr>
            </a:solidFill>
            <a:ln w="28575" cap="rnd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" name="Google Shape;993;p16"/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94" name="Google Shape;994;p16"/>
            <p:cNvPicPr preferRelativeResize="0"/>
            <p:nvPr/>
          </p:nvPicPr>
          <p:blipFill rotWithShape="1">
            <a:blip r:embed="rId3">
              <a:alphaModFix/>
            </a:blip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5" name="Google Shape;995;p16"/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96" name="Google Shape;996;p16"/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997" name="Google Shape;997;p16"/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998" name="Google Shape;998;p16"/>
            <p:cNvPicPr preferRelativeResize="0"/>
            <p:nvPr/>
          </p:nvPicPr>
          <p:blipFill rotWithShape="1">
            <a:blip r:embed="rId3">
              <a:alphaModFix/>
            </a:blip>
            <a:srcRect l="32044" t="20073" r="46617" b="36909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99" name="Google Shape;999;p16"/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4901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00" name="Google Shape;1000;p16"/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1001" name="Google Shape;1001;p16"/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02" name="Google Shape;1002;p16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7"/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09" name="Google Shape;1009;p17"/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1010" name="Google Shape;1010;p17"/>
            <p:cNvPicPr preferRelativeResize="0"/>
            <p:nvPr/>
          </p:nvPicPr>
          <p:blipFill rotWithShape="1">
            <a:blip r:embed="rId3">
              <a:alphaModFix/>
            </a:blip>
            <a:srcRect l="29896" t="5647" r="14924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noFill/>
            <a:ln>
              <a:noFill/>
            </a:ln>
            <a:effectLst>
              <a:outerShdw blurRad="177800" dist="101600" dir="2700000" algn="tl" rotWithShape="0">
                <a:srgbClr val="000000">
                  <a:alpha val="21960"/>
                </a:srgbClr>
              </a:outerShdw>
            </a:effectLst>
          </p:spPr>
        </p:pic>
        <p:sp>
          <p:nvSpPr>
            <p:cNvPr id="1011" name="Google Shape;1011;p17"/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dk1">
                <a:alpha val="72941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12" name="Google Shape;1012;p17"/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3" name="Google Shape;1013;p17"/>
          <p:cNvPicPr preferRelativeResize="0"/>
          <p:nvPr/>
        </p:nvPicPr>
        <p:blipFill rotWithShape="1">
          <a:blip r:embed="rId3">
            <a:alphaModFix/>
          </a:blip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sp>
        <p:nvSpPr>
          <p:cNvPr id="1014" name="Google Shape;1014;p17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placeholder</a:t>
            </a:r>
            <a:endParaRPr/>
          </a:p>
        </p:txBody>
      </p:sp>
      <p:sp>
        <p:nvSpPr>
          <p:cNvPr id="1015" name="Google Shape;1015;p17"/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78FB0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Insert image from external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on the image            icon, select image from Sharepoint or other source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bbv image library is here locally located: </a:t>
            </a:r>
            <a:r>
              <a:rPr lang="en-GB" sz="1400" b="0" i="1" u="sng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C:\Users\Public\bbv_templates\Marketing\PPT-Bibliotheken\Bilder-Bibliothek</a:t>
            </a:r>
            <a:endParaRPr sz="1400" b="0" i="1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Or: copy image from external source with Ctrl+C, select the placeholder, then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6" name="Google Shape;1016;p17"/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400"/>
              <a:buFont typeface="Arial"/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the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«Picture Format» on «Crop»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the image composition by moving the image 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Resize the image by clicking and dragging the outer circles.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again on «Crop» to finish the adjustments</a:t>
            </a:r>
            <a:endParaRPr/>
          </a:p>
        </p:txBody>
      </p:sp>
      <p:cxnSp>
        <p:nvCxnSpPr>
          <p:cNvPr id="1017" name="Google Shape;1017;p17"/>
          <p:cNvCxnSpPr/>
          <p:nvPr/>
        </p:nvCxnSpPr>
        <p:spPr>
          <a:xfrm>
            <a:off x="3018503" y="4570185"/>
            <a:ext cx="319566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18" name="Google Shape;1018;p17"/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 cmpd="sng">
            <a:solidFill>
              <a:srgbClr val="F398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19" name="Google Shape;1019;p17"/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</p:grpSpPr>
        <p:sp>
          <p:nvSpPr>
            <p:cNvPr id="1020" name="Google Shape;1020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" name="Google Shape;1021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2" name="Google Shape;1022;p17"/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</p:grpSpPr>
        <p:sp>
          <p:nvSpPr>
            <p:cNvPr id="1023" name="Google Shape;1023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4" name="Google Shape;1024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5" name="Google Shape;1025;p17"/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</p:grpSpPr>
        <p:sp>
          <p:nvSpPr>
            <p:cNvPr id="1026" name="Google Shape;1026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" name="Google Shape;1027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8" name="Google Shape;1028;p17"/>
          <p:cNvGrpSpPr/>
          <p:nvPr/>
        </p:nvGrpSpPr>
        <p:grpSpPr>
          <a:xfrm rot="-5400000">
            <a:off x="3525807" y="5985904"/>
            <a:ext cx="143313" cy="143313"/>
            <a:chOff x="4070350" y="4368475"/>
            <a:chExt cx="143313" cy="143313"/>
          </a:xfrm>
        </p:grpSpPr>
        <p:sp>
          <p:nvSpPr>
            <p:cNvPr id="1029" name="Google Shape;1029;p17"/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" name="Google Shape;1030;p17"/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solidFill>
              <a:srgbClr val="F39800"/>
            </a:solidFill>
            <a:ln>
              <a:noFill/>
            </a:ln>
          </p:spPr>
          <p:txBody>
            <a:bodyPr spcFirstLastPara="1" wrap="square" lIns="91425" tIns="90000" rIns="91425" bIns="900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1" name="Google Shape;1031;p17"/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2" name="Google Shape;1032;p17"/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3" name="Google Shape;1033;p17"/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4" name="Google Shape;1034;p17"/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5" name="Google Shape;1035;p17"/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6" name="Google Shape;1036;p17"/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7" name="Google Shape;1037;p17"/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8" name="Google Shape;1038;p17"/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lt1"/>
          </a:solidFill>
          <a:ln w="127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9" name="Google Shape;1039;p17"/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0" name="Google Shape;1040;p17"/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txBody>
          <a:bodyPr spcFirstLastPara="1" wrap="square" lIns="91425" tIns="90000" rIns="91425" bIns="90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67" b="0" i="0" u="none" strike="noStrike" cap="none">
              <a:solidFill>
                <a:srgbClr val="6DB7C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41" name="Google Shape;1041;p17"/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1042" name="Google Shape;1042;p17"/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43" name="Google Shape;1043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4" name="Google Shape;1044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045" name="Google Shape;1045;p17"/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1046" name="Google Shape;1046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47" name="Google Shape;1047;p17" descr="Pfeil nach oben mit einfarbiger Füllung"/>
              <p:cNvPicPr preferRelativeResize="0"/>
              <p:nvPr/>
            </p:nvPicPr>
            <p:blipFill rotWithShape="1">
              <a:blip r:embed="rId5">
                <a:alphaModFix/>
              </a:blip>
              <a:srcRect/>
              <a:stretch/>
            </p:blipFill>
            <p:spPr>
              <a:xfrm rot="10800000" flipH="1">
                <a:off x="5638800" y="3270168"/>
                <a:ext cx="914400" cy="914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048" name="Google Shape;1048;p17"/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1049" name="Google Shape;1049;p17"/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050" name="Google Shape;1050;p17"/>
            <p:cNvPicPr preferRelativeResize="0"/>
            <p:nvPr/>
          </p:nvPicPr>
          <p:blipFill rotWithShape="1">
            <a:blip r:embed="rId6">
              <a:alphaModFix/>
            </a:blip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51" name="Google Shape;1051;p17"/>
            <p:cNvPicPr preferRelativeResize="0"/>
            <p:nvPr/>
          </p:nvPicPr>
          <p:blipFill rotWithShape="1">
            <a:blip r:embed="rId6">
              <a:alphaModFix/>
            </a:blip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52" name="Google Shape;1052;p17"/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3" name="Google Shape;1053;p17"/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 b="0" i="0" u="none" strike="noStrike" cap="none">
                <a:solidFill>
                  <a:srgbClr val="6DB7C2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54" name="Google Shape;1054;p17"/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1055" name="Google Shape;1055;p17"/>
            <p:cNvCxnSpPr/>
            <p:nvPr/>
          </p:nvCxnSpPr>
          <p:spPr>
            <a:xfrm>
              <a:off x="6597549" y="2559187"/>
              <a:ext cx="197613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056" name="Google Shape;1056;p17"/>
            <p:cNvCxnSpPr/>
            <p:nvPr/>
          </p:nvCxnSpPr>
          <p:spPr>
            <a:xfrm>
              <a:off x="6597549" y="1520825"/>
              <a:ext cx="0" cy="207672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cxnSp>
        <p:nvCxnSpPr>
          <p:cNvPr id="1057" name="Google Shape;1057;p17"/>
          <p:cNvCxnSpPr/>
          <p:nvPr/>
        </p:nvCxnSpPr>
        <p:spPr>
          <a:xfrm>
            <a:off x="4919271" y="5222470"/>
            <a:ext cx="129489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58" name="Google Shape;1058;p17" descr="Cursor mit einfarbiger Füllu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581579" y="5159510"/>
            <a:ext cx="367089" cy="36708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59" name="Google Shape;1059;p17"/>
          <p:cNvCxnSpPr/>
          <p:nvPr/>
        </p:nvCxnSpPr>
        <p:spPr>
          <a:xfrm>
            <a:off x="5860347" y="6204204"/>
            <a:ext cx="353821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pic>
        <p:nvPicPr>
          <p:cNvPr id="1060" name="Google Shape;1060;p17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288342" y="1756560"/>
            <a:ext cx="2925826" cy="1643050"/>
          </a:xfrm>
          <a:prstGeom prst="rect">
            <a:avLst/>
          </a:prstGeom>
          <a:noFill/>
          <a:ln>
            <a:noFill/>
          </a:ln>
          <a:effectLst>
            <a:outerShdw blurRad="177800" dist="101600" dir="2700000" algn="tl" rotWithShape="0">
              <a:srgbClr val="000000">
                <a:alpha val="21960"/>
              </a:srgbClr>
            </a:outerShdw>
          </a:effectLst>
        </p:spPr>
      </p:pic>
      <p:pic>
        <p:nvPicPr>
          <p:cNvPr id="1061" name="Google Shape;1061;p17"/>
          <p:cNvPicPr preferRelativeResize="0"/>
          <p:nvPr/>
        </p:nvPicPr>
        <p:blipFill rotWithShape="1">
          <a:blip r:embed="rId9">
            <a:alphaModFix/>
          </a:blip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>
            <a:noFill/>
          </a:ln>
        </p:spPr>
      </p:pic>
      <p:pic>
        <p:nvPicPr>
          <p:cNvPr id="1062" name="Google Shape;1062;p17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880016" y="1752100"/>
            <a:ext cx="447566" cy="34428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63" name="Google Shape;1063;p17"/>
          <p:cNvCxnSpPr/>
          <p:nvPr/>
        </p:nvCxnSpPr>
        <p:spPr>
          <a:xfrm>
            <a:off x="6214168" y="4740558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64" name="Google Shape;1064;p17"/>
          <p:cNvCxnSpPr/>
          <p:nvPr/>
        </p:nvCxnSpPr>
        <p:spPr>
          <a:xfrm rot="10800000">
            <a:off x="6214168" y="4570185"/>
            <a:ext cx="0" cy="17037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65" name="Google Shape;1065;p17"/>
          <p:cNvCxnSpPr/>
          <p:nvPr/>
        </p:nvCxnSpPr>
        <p:spPr>
          <a:xfrm>
            <a:off x="6214168" y="5087702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66" name="Google Shape;1066;p17"/>
          <p:cNvCxnSpPr/>
          <p:nvPr/>
        </p:nvCxnSpPr>
        <p:spPr>
          <a:xfrm rot="10800000">
            <a:off x="6214168" y="5087702"/>
            <a:ext cx="0" cy="13476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67" name="Google Shape;1067;p17"/>
          <p:cNvCxnSpPr/>
          <p:nvPr/>
        </p:nvCxnSpPr>
        <p:spPr>
          <a:xfrm>
            <a:off x="6214168" y="5450499"/>
            <a:ext cx="580994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cxnSp>
        <p:nvCxnSpPr>
          <p:cNvPr id="1068" name="Google Shape;1068;p17"/>
          <p:cNvCxnSpPr/>
          <p:nvPr/>
        </p:nvCxnSpPr>
        <p:spPr>
          <a:xfrm rot="10800000">
            <a:off x="6214168" y="5450499"/>
            <a:ext cx="0" cy="753705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4" name="Google Shape;1074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pic>
        <p:nvPicPr>
          <p:cNvPr id="1075" name="Google Shape;1075;p18"/>
          <p:cNvPicPr preferRelativeResize="0"/>
          <p:nvPr/>
        </p:nvPicPr>
        <p:blipFill rotWithShape="1">
          <a:blip r:embed="rId3">
            <a:alphaModFix/>
          </a:blip>
          <a:srcRect l="11447" t="8409" r="21860" b="23176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pic>
      <p:sp>
        <p:nvSpPr>
          <p:cNvPr id="1076" name="Google Shape;1076;p18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Insert image into mock-up screen (mobile/laptop)</a:t>
            </a:r>
            <a:endParaRPr/>
          </a:p>
        </p:txBody>
      </p:sp>
      <p:cxnSp>
        <p:nvCxnSpPr>
          <p:cNvPr id="1077" name="Google Shape;1077;p18"/>
          <p:cNvCxnSpPr/>
          <p:nvPr/>
        </p:nvCxnSpPr>
        <p:spPr>
          <a:xfrm rot="10800000">
            <a:off x="5291999" y="234844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8" name="Google Shape;1078;p18"/>
          <p:cNvCxnSpPr/>
          <p:nvPr/>
        </p:nvCxnSpPr>
        <p:spPr>
          <a:xfrm rot="10800000">
            <a:off x="5291999" y="3416482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cxnSp>
        <p:nvCxnSpPr>
          <p:cNvPr id="1079" name="Google Shape;1079;p18"/>
          <p:cNvCxnSpPr/>
          <p:nvPr/>
        </p:nvCxnSpPr>
        <p:spPr>
          <a:xfrm rot="10800000">
            <a:off x="5291999" y="4980217"/>
            <a:ext cx="646978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080" name="Google Shape;1080;p18"/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Paste image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Copy image from external source with Ctrl+C and paste with Ctrl+V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1" name="Google Shape;1081;p18"/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size &amp; determine image area: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Adjust image size and determine image area</a:t>
            </a:r>
            <a:endParaRPr/>
          </a:p>
        </p:txBody>
      </p:sp>
      <p:sp>
        <p:nvSpPr>
          <p:cNvPr id="1082" name="Google Shape;1082;p18"/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Crop image to image mask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Select image mask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Click in the tab «Shape Format / </a:t>
            </a:r>
            <a:b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Merge Shapes» on «Intersect»</a:t>
            </a:r>
            <a:endParaRPr/>
          </a:p>
        </p:txBody>
      </p:sp>
      <p:sp>
        <p:nvSpPr>
          <p:cNvPr id="1083" name="Google Shape;1083;p18"/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Combine image with mock-up</a:t>
            </a:r>
            <a:endParaRPr sz="14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Place image behind mock-up</a:t>
            </a:r>
            <a:endParaRPr/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Activate image and mock-up and align both horizontally (Align Center) and vertically (Align Middle)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16000" marR="0" lvl="0" indent="-21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AutoNum type="arabicPeriod"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Group image and mock-up with Ctrl+G</a:t>
            </a:r>
            <a:endParaRPr sz="1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4" name="Google Shape;1084;p18"/>
          <p:cNvSpPr/>
          <p:nvPr/>
        </p:nvSpPr>
        <p:spPr>
          <a:xfrm>
            <a:off x="10443538" y="2486085"/>
            <a:ext cx="370891" cy="792000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0" tIns="95875" rIns="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Font typeface="Arial"/>
              <a:buNone/>
            </a:pPr>
            <a:r>
              <a:rPr lang="en-GB"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sp>
        <p:nvSpPr>
          <p:cNvPr id="1085" name="Google Shape;1085;p18"/>
          <p:cNvSpPr/>
          <p:nvPr/>
        </p:nvSpPr>
        <p:spPr>
          <a:xfrm>
            <a:off x="645891" y="1901419"/>
            <a:ext cx="1106662" cy="2373969"/>
          </a:xfrm>
          <a:prstGeom prst="roundRect">
            <a:avLst>
              <a:gd name="adj" fmla="val 16667"/>
            </a:avLst>
          </a:prstGeom>
          <a:solidFill>
            <a:schemeClr val="accent1">
              <a:alpha val="74901"/>
            </a:schemeClr>
          </a:solidFill>
          <a:ln>
            <a:noFill/>
          </a:ln>
        </p:spPr>
        <p:txBody>
          <a:bodyPr spcFirstLastPara="1" wrap="square" lIns="143800" tIns="95875" rIns="143800" bIns="958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GB"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Image mask</a:t>
            </a:r>
            <a:endParaRPr/>
          </a:p>
        </p:txBody>
      </p:sp>
      <p:pic>
        <p:nvPicPr>
          <p:cNvPr id="1086" name="Google Shape;1086;p1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1999" y="1533833"/>
            <a:ext cx="1198365" cy="242650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7" name="Google Shape;1087;p18"/>
          <p:cNvGrpSpPr/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088" name="Google Shape;1088;p18"/>
            <p:cNvPicPr preferRelativeResize="0"/>
            <p:nvPr/>
          </p:nvPicPr>
          <p:blipFill rotWithShape="1">
            <a:blip r:embed="rId3">
              <a:alphaModFix/>
            </a:blip>
            <a:srcRect l="42680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</p:pic>
        <p:pic>
          <p:nvPicPr>
            <p:cNvPr id="1089" name="Google Shape;1089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090" name="Google Shape;1090;p18"/>
          <p:cNvPicPr preferRelativeResize="0"/>
          <p:nvPr/>
        </p:nvPicPr>
        <p:blipFill rotWithShape="1">
          <a:blip r:embed="rId3">
            <a:alphaModFix/>
          </a:blip>
          <a:srcRect l="42680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  <p:cxnSp>
        <p:nvCxnSpPr>
          <p:cNvPr id="1091" name="Google Shape;1091;p18"/>
          <p:cNvCxnSpPr/>
          <p:nvPr/>
        </p:nvCxnSpPr>
        <p:spPr>
          <a:xfrm>
            <a:off x="1630364" y="1747178"/>
            <a:ext cx="34611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oval" w="med" len="med"/>
          </a:ln>
        </p:spPr>
      </p:cxnSp>
      <p:sp>
        <p:nvSpPr>
          <p:cNvPr id="1092" name="Google Shape;1092;p18"/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Mock-up</a:t>
            </a: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93" name="Google Shape;1093;p18"/>
          <p:cNvGrpSpPr/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1094" name="Google Shape;1094;p18"/>
            <p:cNvPicPr preferRelativeResize="0"/>
            <p:nvPr/>
          </p:nvPicPr>
          <p:blipFill rotWithShape="1">
            <a:blip r:embed="rId3">
              <a:alphaModFix/>
            </a:blip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/>
              <a:ahLst/>
              <a:cxnLst/>
              <a:rect l="l" t="t" r="r" b="b"/>
              <a:pathLst>
                <a:path w="1961601" h="4207952" extrusionOk="0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  <a:noFill/>
            <a:ln>
              <a:noFill/>
            </a:ln>
          </p:spPr>
        </p:pic>
        <p:pic>
          <p:nvPicPr>
            <p:cNvPr id="1095" name="Google Shape;1095;p18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096" name="Google Shape;1096;p18"/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1097" name="Google Shape;1097;p18"/>
            <p:cNvCxnSpPr/>
            <p:nvPr/>
          </p:nvCxnSpPr>
          <p:spPr>
            <a:xfrm rot="10800000">
              <a:off x="1199222" y="5015253"/>
              <a:ext cx="114037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triangle" w="med" len="med"/>
              <a:tailEnd type="none" w="sm" len="sm"/>
            </a:ln>
          </p:spPr>
        </p:cxnSp>
        <p:cxnSp>
          <p:nvCxnSpPr>
            <p:cNvPr id="1098" name="Google Shape;1098;p18"/>
            <p:cNvCxnSpPr/>
            <p:nvPr/>
          </p:nvCxnSpPr>
          <p:spPr>
            <a:xfrm rot="10800000">
              <a:off x="1199222" y="4392591"/>
              <a:ext cx="0" cy="62266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099" name="Google Shape;1099;p18"/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1100" name="Google Shape;1100;p18"/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01" name="Google Shape;1101;p18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2" name="Google Shape;1102;p18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03" name="Google Shape;1103;p18"/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04" name="Google Shape;1104;p18"/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1105" name="Google Shape;1105;p18"/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lt1"/>
            </a:solidFill>
            <a:ln w="107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06" name="Google Shape;1106;p18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7" name="Google Shape;1107;p18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08" name="Google Shape;1108;p18"/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" name="Google Shape;1109;p18"/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" name="Google Shape;1110;p18"/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p19"/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7" name="Google Shape;1117;p19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template EN</a:t>
            </a:r>
            <a:endParaRPr/>
          </a:p>
        </p:txBody>
      </p:sp>
      <p:sp>
        <p:nvSpPr>
          <p:cNvPr id="1118" name="Google Shape;1118;p19"/>
          <p:cNvSpPr txBox="1"/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en-GB" sz="4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Style guide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Google Shape;1124;p20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Working area, guides &amp; ruler</a:t>
            </a:r>
            <a:endParaRPr/>
          </a:p>
        </p:txBody>
      </p:sp>
      <p:sp>
        <p:nvSpPr>
          <p:cNvPr id="1125" name="Google Shape;1125;p20"/>
          <p:cNvSpPr txBox="1"/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44000" tIns="144000" rIns="96000" bIns="192000" anchor="t" anchorCtr="0">
            <a:noAutofit/>
          </a:bodyPr>
          <a:lstStyle/>
          <a:p>
            <a: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33"/>
              <a:buFont typeface="Arial"/>
              <a:buNone/>
            </a:pPr>
            <a:r>
              <a:rPr lang="en-GB" sz="2133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Working area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Depending on the slide, a single-column layout, a 2-column or 3-column layout is used.</a:t>
            </a:r>
            <a:endParaRPr/>
          </a:p>
          <a:p>
            <a:pPr marL="0" marR="0" lvl="3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</a:pPr>
            <a:r>
              <a:rPr lang="en-GB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Display the ruler and guides in the «View» tab.</a:t>
            </a:r>
            <a:endParaRPr sz="16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26" name="Google Shape;1126;p20"/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1127" name="Google Shape;1127;p20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28" name="Google Shape;1128;p20"/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29" name="Google Shape;1129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0" name="Google Shape;1130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1" name="Google Shape;1131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2" name="Google Shape;1132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3" name="Google Shape;1133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4" name="Google Shape;1134;p20"/>
              <p:cNvCxnSpPr/>
              <p:nvPr/>
            </p:nvCxnSpPr>
            <p:spPr>
              <a:xfrm rot="10800000">
                <a:off x="235812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35" name="Google Shape;1135;p20"/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1136" name="Google Shape;1136;p20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13725"/>
                </a:srgbClr>
              </a:outerShdw>
            </a:effectLst>
          </p:spPr>
        </p:pic>
        <p:grpSp>
          <p:nvGrpSpPr>
            <p:cNvPr id="1137" name="Google Shape;1137;p20"/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1138" name="Google Shape;1138;p20"/>
              <p:cNvCxnSpPr/>
              <p:nvPr/>
            </p:nvCxnSpPr>
            <p:spPr>
              <a:xfrm rot="10800000">
                <a:off x="541598" y="371060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39" name="Google Shape;1139;p20"/>
              <p:cNvCxnSpPr/>
              <p:nvPr/>
            </p:nvCxnSpPr>
            <p:spPr>
              <a:xfrm rot="10800000">
                <a:off x="541598" y="5314122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0" name="Google Shape;1140;p20"/>
              <p:cNvCxnSpPr/>
              <p:nvPr/>
            </p:nvCxnSpPr>
            <p:spPr>
              <a:xfrm rot="10800000">
                <a:off x="541598" y="3829879"/>
                <a:ext cx="3614791" cy="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1" name="Google Shape;1141;p20"/>
              <p:cNvCxnSpPr/>
              <p:nvPr/>
            </p:nvCxnSpPr>
            <p:spPr>
              <a:xfrm rot="10800000">
                <a:off x="66086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2" name="Google Shape;1142;p20"/>
              <p:cNvCxnSpPr/>
              <p:nvPr/>
            </p:nvCxnSpPr>
            <p:spPr>
              <a:xfrm rot="10800000">
                <a:off x="4040172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3" name="Google Shape;1143;p20"/>
              <p:cNvCxnSpPr/>
              <p:nvPr/>
            </p:nvCxnSpPr>
            <p:spPr>
              <a:xfrm rot="10800000">
                <a:off x="1814045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4" name="Google Shape;1144;p20"/>
              <p:cNvCxnSpPr/>
              <p:nvPr/>
            </p:nvCxnSpPr>
            <p:spPr>
              <a:xfrm rot="10800000">
                <a:off x="2969463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5" name="Google Shape;1145;p20"/>
              <p:cNvCxnSpPr/>
              <p:nvPr/>
            </p:nvCxnSpPr>
            <p:spPr>
              <a:xfrm rot="10800000">
                <a:off x="2875078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1146" name="Google Shape;1146;p20"/>
              <p:cNvCxnSpPr/>
              <p:nvPr/>
            </p:nvCxnSpPr>
            <p:spPr>
              <a:xfrm rot="10800000">
                <a:off x="1743261" y="3398103"/>
                <a:ext cx="0" cy="2030400"/>
              </a:xfrm>
              <a:prstGeom prst="straightConnector1">
                <a:avLst/>
              </a:prstGeom>
              <a:noFill/>
              <a:ln w="22225" cap="flat" cmpd="sng">
                <a:solidFill>
                  <a:srgbClr val="6697B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1147" name="Google Shape;1147;p20"/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1148" name="Google Shape;1148;p20"/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63500" sx="101000" sy="101000" algn="ctr" rotWithShape="0">
                <a:srgbClr val="000000">
                  <a:alpha val="13725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149" name="Google Shape;1149;p20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50" name="Google Shape;1150;p20"/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" name="Google Shape;1151;p20"/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2" name="Google Shape;1152;p20"/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 cmpd="sng">
              <a:solidFill>
                <a:srgbClr val="F398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200"/>
                <a:buFont typeface="Arial"/>
                <a:buNone/>
              </a:pPr>
              <a:endParaRPr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21"/>
          <p:cNvSpPr txBox="1"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None/>
            </a:pPr>
            <a:r>
              <a:rPr lang="en-GB"/>
              <a:t>bbv colour theme</a:t>
            </a:r>
            <a:endParaRPr/>
          </a:p>
        </p:txBody>
      </p:sp>
      <p:cxnSp>
        <p:nvCxnSpPr>
          <p:cNvPr id="1159" name="Google Shape;1159;p21"/>
          <p:cNvCxnSpPr/>
          <p:nvPr/>
        </p:nvCxnSpPr>
        <p:spPr>
          <a:xfrm>
            <a:off x="4456762" y="2173030"/>
            <a:ext cx="0" cy="4254758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160" name="Google Shape;1160;p21"/>
          <p:cNvSpPr txBox="1"/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Main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accent</a:t>
            </a:r>
            <a:endParaRPr/>
          </a:p>
        </p:txBody>
      </p:sp>
      <p:sp>
        <p:nvSpPr>
          <p:cNvPr id="1161" name="Google Shape;1161;p21"/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2" name="Google Shape;1162;p21"/>
          <p:cNvSpPr/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3" name="Google Shape;1163;p21"/>
          <p:cNvSpPr/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4" name="Google Shape;1164;p21"/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5" name="Google Shape;1165;p21"/>
          <p:cNvSpPr/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6" name="Google Shape;1166;p21"/>
          <p:cNvSpPr/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7" name="Google Shape;1167;p21"/>
          <p:cNvSpPr/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8" name="Google Shape;1168;p21"/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9" name="Google Shape;1169;p21"/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0" name="Google Shape;1170;p21"/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lt2"/>
          </a:solidFill>
          <a:ln w="10775" cap="flat" cmpd="sng">
            <a:solidFill>
              <a:srgbClr val="BFBFB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71" name="Google Shape;1171;p21"/>
          <p:cNvGrpSpPr/>
          <p:nvPr/>
        </p:nvGrpSpPr>
        <p:grpSpPr>
          <a:xfrm>
            <a:off x="6869091" y="2885609"/>
            <a:ext cx="602764" cy="217375"/>
            <a:chOff x="4697470" y="3209373"/>
            <a:chExt cx="433615" cy="163031"/>
          </a:xfrm>
        </p:grpSpPr>
        <p:cxnSp>
          <p:nvCxnSpPr>
            <p:cNvPr id="1172" name="Google Shape;1172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73" name="Google Shape;1173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74" name="Google Shape;1174;p21"/>
          <p:cNvSpPr txBox="1"/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226714" sx="101000" sy="101000" algn="ctr" rotWithShape="0">
              <a:srgbClr val="000000">
                <a:alpha val="17647"/>
              </a:srgbClr>
            </a:outerShdw>
          </a:effectLst>
        </p:spPr>
        <p:txBody>
          <a:bodyPr spcFirstLastPara="1" wrap="square" lIns="96000" tIns="96000" rIns="96000" bIns="96000" anchor="t" anchorCtr="0">
            <a:noAutofit/>
          </a:bodyPr>
          <a:lstStyle/>
          <a:p>
            <a:pPr marL="2286000" marR="0" lvl="5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75" name="Google Shape;1175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7610" y="2406096"/>
            <a:ext cx="1966241" cy="14132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6" name="Google Shape;1176;p21"/>
          <p:cNvPicPr preferRelativeResize="0"/>
          <p:nvPr/>
        </p:nvPicPr>
        <p:blipFill rotWithShape="1">
          <a:blip r:embed="rId4">
            <a:alphaModFix/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7" name="Google Shape;1177;p21"/>
          <p:cNvPicPr preferRelativeResize="0"/>
          <p:nvPr/>
        </p:nvPicPr>
        <p:blipFill rotWithShape="1">
          <a:blip r:embed="rId4">
            <a:alphaModFix/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8" name="Google Shape;1178;p21"/>
          <p:cNvPicPr preferRelativeResize="0"/>
          <p:nvPr/>
        </p:nvPicPr>
        <p:blipFill rotWithShape="1">
          <a:blip r:embed="rId4">
            <a:alphaModFix/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79" name="Google Shape;1179;p21"/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1180" name="Google Shape;1180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181" name="Google Shape;1181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182" name="Google Shape;1182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183" name="Google Shape;1183;p21"/>
          <p:cNvSpPr txBox="1"/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Always OK!</a:t>
            </a:r>
            <a:endParaRPr/>
          </a:p>
        </p:txBody>
      </p:sp>
      <p:sp>
        <p:nvSpPr>
          <p:cNvPr id="1184" name="Google Shape;1184;p21"/>
          <p:cNvSpPr txBox="1"/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sp>
        <p:nvSpPr>
          <p:cNvPr id="1185" name="Google Shape;1185;p21"/>
          <p:cNvSpPr txBox="1"/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613"/>
              </a:buClr>
              <a:buSzPts val="1200"/>
              <a:buFont typeface="Arial"/>
              <a:buNone/>
            </a:pPr>
            <a:r>
              <a:rPr lang="en-GB" sz="1200">
                <a:solidFill>
                  <a:srgbClr val="E30613"/>
                </a:solidFill>
                <a:latin typeface="Arial"/>
                <a:ea typeface="Arial"/>
                <a:cs typeface="Arial"/>
                <a:sym typeface="Arial"/>
              </a:rPr>
              <a:t>Never, please!</a:t>
            </a:r>
            <a:endParaRPr/>
          </a:p>
        </p:txBody>
      </p:sp>
      <p:grpSp>
        <p:nvGrpSpPr>
          <p:cNvPr id="1186" name="Google Shape;1186;p21"/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1187" name="Google Shape;1187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88" name="Google Shape;1188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189" name="Google Shape;1189;p21"/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1190" name="Google Shape;1190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1" name="Google Shape;1191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192" name="Google Shape;1192;p21"/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1193" name="Google Shape;1193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4" name="Google Shape;1194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95" name="Google Shape;1195;p21"/>
          <p:cNvSpPr txBox="1"/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-GB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 selectively and sparingly</a:t>
            </a:r>
            <a:endParaRPr/>
          </a:p>
        </p:txBody>
      </p:sp>
      <p:grpSp>
        <p:nvGrpSpPr>
          <p:cNvPr id="1196" name="Google Shape;1196;p21"/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197" name="Google Shape;1197;p21"/>
            <p:cNvCxnSpPr/>
            <p:nvPr/>
          </p:nvCxnSpPr>
          <p:spPr>
            <a:xfrm>
              <a:off x="5954751" y="2347220"/>
              <a:ext cx="356839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198" name="Google Shape;1198;p21"/>
            <p:cNvCxnSpPr/>
            <p:nvPr/>
          </p:nvCxnSpPr>
          <p:spPr>
            <a:xfrm>
              <a:off x="5954751" y="2230813"/>
              <a:ext cx="0" cy="2328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199" name="Google Shape;1199;p21"/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0" name="Google Shape;1200;p21"/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1" name="Google Shape;1201;p21"/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2" name="Google Shape;1202;p21"/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3" name="Google Shape;1203;p21"/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4" name="Google Shape;1204;p21"/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5" name="Google Shape;1205;p21"/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6" name="Google Shape;1206;p21"/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7" name="Google Shape;1207;p21"/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8" name="Google Shape;1208;p21"/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9" name="Google Shape;1209;p21"/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0" name="Google Shape;1210;p21"/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1" name="Google Shape;1211;p21"/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2" name="Google Shape;1212;p21"/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3" name="Google Shape;1213;p21"/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4" name="Google Shape;1214;p21"/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15" name="Google Shape;1215;p21"/>
          <p:cNvCxnSpPr/>
          <p:nvPr/>
        </p:nvCxnSpPr>
        <p:spPr>
          <a:xfrm>
            <a:off x="4761918" y="3930778"/>
            <a:ext cx="7001457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sm" len="sm"/>
            <a:tailEnd type="none" w="sm" len="sm"/>
          </a:ln>
        </p:spPr>
      </p:cxnSp>
      <p:grpSp>
        <p:nvGrpSpPr>
          <p:cNvPr id="1216" name="Google Shape;1216;p21"/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1217" name="Google Shape;1217;p21"/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67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1218" name="Google Shape;1218;p21"/>
            <p:cNvCxnSpPr/>
            <p:nvPr/>
          </p:nvCxnSpPr>
          <p:spPr>
            <a:xfrm>
              <a:off x="504098" y="3281637"/>
              <a:ext cx="1866433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19" name="Google Shape;1219;p21"/>
            <p:cNvCxnSpPr/>
            <p:nvPr/>
          </p:nvCxnSpPr>
          <p:spPr>
            <a:xfrm flipH="1">
              <a:off x="528242" y="3281637"/>
              <a:ext cx="1832279" cy="1186720"/>
            </a:xfrm>
            <a:prstGeom prst="straightConnector1">
              <a:avLst/>
            </a:prstGeom>
            <a:solidFill>
              <a:schemeClr val="accent6">
                <a:alpha val="20000"/>
              </a:schemeClr>
            </a:solidFill>
            <a:ln w="28575" cap="rnd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20" name="Google Shape;1220;p21"/>
          <p:cNvGrpSpPr/>
          <p:nvPr/>
        </p:nvGrpSpPr>
        <p:grpSpPr>
          <a:xfrm>
            <a:off x="4718719" y="2885609"/>
            <a:ext cx="1324291" cy="217375"/>
            <a:chOff x="4697470" y="3209373"/>
            <a:chExt cx="433615" cy="163031"/>
          </a:xfrm>
        </p:grpSpPr>
        <p:cxnSp>
          <p:nvCxnSpPr>
            <p:cNvPr id="1221" name="Google Shape;1221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22" name="Google Shape;1222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23" name="Google Shape;1223;p21"/>
          <p:cNvSpPr txBox="1"/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Default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colours</a:t>
            </a:r>
            <a:endParaRPr/>
          </a:p>
        </p:txBody>
      </p:sp>
      <p:sp>
        <p:nvSpPr>
          <p:cNvPr id="1224" name="Google Shape;1224;p21"/>
          <p:cNvSpPr txBox="1"/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grpSp>
        <p:nvGrpSpPr>
          <p:cNvPr id="1225" name="Google Shape;1225;p21"/>
          <p:cNvGrpSpPr/>
          <p:nvPr/>
        </p:nvGrpSpPr>
        <p:grpSpPr>
          <a:xfrm>
            <a:off x="7589117" y="2885609"/>
            <a:ext cx="4159413" cy="217375"/>
            <a:chOff x="4697470" y="3209373"/>
            <a:chExt cx="433615" cy="163031"/>
          </a:xfrm>
        </p:grpSpPr>
        <p:cxnSp>
          <p:nvCxnSpPr>
            <p:cNvPr id="1226" name="Google Shape;1226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27" name="Google Shape;1227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grpSp>
        <p:nvGrpSpPr>
          <p:cNvPr id="1228" name="Google Shape;1228;p21"/>
          <p:cNvGrpSpPr/>
          <p:nvPr/>
        </p:nvGrpSpPr>
        <p:grpSpPr>
          <a:xfrm>
            <a:off x="4718720" y="5661457"/>
            <a:ext cx="2770131" cy="217375"/>
            <a:chOff x="4697470" y="3209373"/>
            <a:chExt cx="433615" cy="163031"/>
          </a:xfrm>
        </p:grpSpPr>
        <p:cxnSp>
          <p:nvCxnSpPr>
            <p:cNvPr id="1229" name="Google Shape;1229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0" name="Google Shape;1230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31" name="Google Shape;1231;p21"/>
          <p:cNvSpPr txBox="1"/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  <p:sp>
        <p:nvSpPr>
          <p:cNvPr id="1232" name="Google Shape;1232;p21"/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3" name="Google Shape;1233;p21"/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4" name="Google Shape;1234;p21"/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5" name="Google Shape;1235;p21"/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lt1"/>
          </a:solidFill>
          <a:ln w="10775" cap="flat" cmpd="sng">
            <a:solidFill>
              <a:srgbClr val="D6D6D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67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36" name="Google Shape;1236;p21"/>
          <p:cNvGrpSpPr/>
          <p:nvPr/>
        </p:nvGrpSpPr>
        <p:grpSpPr>
          <a:xfrm>
            <a:off x="9015205" y="5661457"/>
            <a:ext cx="2770131" cy="217375"/>
            <a:chOff x="4697470" y="3209373"/>
            <a:chExt cx="433615" cy="163031"/>
          </a:xfrm>
        </p:grpSpPr>
        <p:cxnSp>
          <p:nvCxnSpPr>
            <p:cNvPr id="1237" name="Google Shape;1237;p21"/>
            <p:cNvCxnSpPr/>
            <p:nvPr/>
          </p:nvCxnSpPr>
          <p:spPr>
            <a:xfrm rot="5400000">
              <a:off x="4832764" y="3290888"/>
              <a:ext cx="163031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oval" w="med" len="med"/>
            </a:ln>
          </p:spPr>
        </p:cxnSp>
        <p:cxnSp>
          <p:nvCxnSpPr>
            <p:cNvPr id="1238" name="Google Shape;1238;p21"/>
            <p:cNvCxnSpPr/>
            <p:nvPr/>
          </p:nvCxnSpPr>
          <p:spPr>
            <a:xfrm>
              <a:off x="4914278" y="2992565"/>
              <a:ext cx="0" cy="43361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dash"/>
              <a:round/>
              <a:headEnd type="none" w="sm" len="sm"/>
              <a:tailEnd type="none" w="sm" len="sm"/>
            </a:ln>
          </p:spPr>
        </p:cxnSp>
      </p:grpSp>
      <p:sp>
        <p:nvSpPr>
          <p:cNvPr id="1239" name="Google Shape;1239;p21"/>
          <p:cNvSpPr txBox="1"/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Colours for diagrams, </a:t>
            </a:r>
            <a:b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GB"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charts, graphs etc.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1078</TotalTime>
  <Words>1590</Words>
  <Application>Microsoft Office PowerPoint</Application>
  <PresentationFormat>Widescreen</PresentationFormat>
  <Paragraphs>341</Paragraphs>
  <Slides>57</Slides>
  <Notes>57</Notes>
  <HiddenSlides>9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bbv template EN</vt:lpstr>
      <vt:lpstr>PowerPoint Presentation</vt:lpstr>
      <vt:lpstr>MAIN FUNCTIONALITY IN THE TRELLO SYSTEM</vt:lpstr>
      <vt:lpstr>Agenda</vt:lpstr>
      <vt:lpstr>BOARDS TAB IN TRELLO SYSTEM</vt:lpstr>
      <vt:lpstr>TEMPLATE TAB IN TRELLO SYSTEM</vt:lpstr>
      <vt:lpstr>TEMPLATE IN TRELLO SYSTEM</vt:lpstr>
      <vt:lpstr>CREATE WORKSPACE IN TRELLO SYSTEM</vt:lpstr>
      <vt:lpstr>WORKSPACE IN TRELLO SYSTEM</vt:lpstr>
      <vt:lpstr>USER, WORKSPACE, BOARD, TEMPLATE, TEMPLATECATEGORY, USERBOARD RELATIONSHIP</vt:lpstr>
      <vt:lpstr>WORKSPACE IN TRELLO SYSTEM</vt:lpstr>
      <vt:lpstr>WORKSPACE IN TRELLO SYSTEM</vt:lpstr>
      <vt:lpstr>WORKSPACE IN TRELLO SYSTEM</vt:lpstr>
      <vt:lpstr>SHARELINK, PERMISSION, MEMBER RELATIONSHIP</vt:lpstr>
      <vt:lpstr>WORKSPACE SETTING IN TRELLO SYSTEM</vt:lpstr>
      <vt:lpstr>BOARD SETTING IN TRELLO SYSTEM</vt:lpstr>
      <vt:lpstr>SETTINGKEY, SETTINGOPTION, SETTINGVALUE, SETTINGKEYSETTINGOPTION RELATIONSHIP</vt:lpstr>
      <vt:lpstr>WORKSPACE IN TRELLO SYSTEM</vt:lpstr>
      <vt:lpstr>WORKSPACE IN TRELLO SYSTEM</vt:lpstr>
      <vt:lpstr>BOARD, POWERUP,POWERUPCATEGORY RELATIONSHIP</vt:lpstr>
      <vt:lpstr>WORKSPACE IN TRELLO SYSTEM</vt:lpstr>
      <vt:lpstr>WORKSPACE IN TRELLO SYSTEM</vt:lpstr>
      <vt:lpstr>BILLING IN TRELLO SYSTEM</vt:lpstr>
      <vt:lpstr>BILLINGCONTACT, BILLINGPLAN, SUBSCRIPTION  RELATIONSHIP</vt:lpstr>
      <vt:lpstr>WORKSPACE IN TRELLO SYSTEM</vt:lpstr>
      <vt:lpstr>USER IN TRELLO SYSTEM</vt:lpstr>
      <vt:lpstr>BOARD IN TRELLO SYSTEM</vt:lpstr>
      <vt:lpstr>STAGE IN TRELLO SYSTEM</vt:lpstr>
      <vt:lpstr>STAGE IN TRELLO SYSTEM</vt:lpstr>
      <vt:lpstr>CARDS IN TRELLO SYSTEM</vt:lpstr>
      <vt:lpstr>CARDS IN TRELLO SYSTEM</vt:lpstr>
      <vt:lpstr>CARDS IN TRELLO SYSTEM</vt:lpstr>
      <vt:lpstr>LABEL AND COLOR IN TRELLO SYSTEM</vt:lpstr>
      <vt:lpstr>BOARD, STAGE, CARD, LABEL, COLOR RELATIONSHIP</vt:lpstr>
      <vt:lpstr>CHECKLIST IN TRELLO SYSTEM</vt:lpstr>
      <vt:lpstr>CARD, CHECKLIST, CHECKLISTITEM</vt:lpstr>
      <vt:lpstr>ATTACHMENT IN TRELLO SYSTEM</vt:lpstr>
      <vt:lpstr>CARD, ATTACHMENT, COMMENT, REACTION RELATIONSHIP</vt:lpstr>
      <vt:lpstr>CARDS IN TRELLO SYSTEM</vt:lpstr>
      <vt:lpstr>Visily</vt:lpstr>
      <vt:lpstr>STICKERS IN TRELLO SYSTEM</vt:lpstr>
      <vt:lpstr>STICKERS IN TRELLO SYSTEM</vt:lpstr>
      <vt:lpstr>HOME TAB IN TRELLO SYSTEM</vt:lpstr>
      <vt:lpstr>NOTIFICATION IN TRELLO SYSTEM</vt:lpstr>
      <vt:lpstr>ACTIVITY, NOTIFICATION RELATIONSHIP</vt:lpstr>
      <vt:lpstr>COLLECTION IN TRELLO SYSTEM</vt:lpstr>
      <vt:lpstr>COLLECTION, BOARD, BOARDCOLLECTION RELATIONSHIP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Dao Trong Vo</dc:creator>
  <cp:lastModifiedBy>Quan Phan Hoang Minh</cp:lastModifiedBy>
  <cp:revision>41</cp:revision>
  <dcterms:created xsi:type="dcterms:W3CDTF">2025-07-10T03:51:23Z</dcterms:created>
  <dcterms:modified xsi:type="dcterms:W3CDTF">2025-07-29T03:44:18Z</dcterms:modified>
</cp:coreProperties>
</file>