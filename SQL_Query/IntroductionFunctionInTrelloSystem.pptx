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10" autoAdjust="0"/>
  </p:normalViewPr>
  <p:slideViewPr>
    <p:cSldViewPr snapToGrid="0">
      <p:cViewPr varScale="1">
        <p:scale>
          <a:sx n="61" d="100"/>
          <a:sy n="61" d="100"/>
        </p:scale>
        <p:origin x="125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14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Moved Card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 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Card</a:t>
            </a:r>
            <a:endParaRPr dirty="0"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Get all Attachment of a specific Card</a:t>
            </a:r>
            <a:endParaRPr dirty="0"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Board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54. Query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Card.</a:t>
            </a:r>
            <a:endParaRPr dirty="0"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55. Query all Stickers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56. Add Sticker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57. Query Sticker of all Card in specific Board</a:t>
            </a:r>
            <a:endParaRPr dirty="0"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58.1.Get “Your Items”: 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User is assigned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 Get user's recent activities across all accessible boards/workspaces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59. Get recently viewed Board which user is a member</a:t>
            </a:r>
            <a:endParaRPr dirty="0"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60. Get all notification of specific User</a:t>
            </a:r>
            <a:endParaRPr dirty="0"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62. Add Board to Collection</a:t>
            </a:r>
            <a:endParaRPr dirty="0"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64.jp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7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64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811" y="1223049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625" y="13879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3869204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3857BB-21DF-4D71-97F1-693250957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701" y="1098000"/>
            <a:ext cx="710859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AB44F06-C695-4135-B9AF-076342DCEE46}"/>
              </a:ext>
            </a:extLst>
          </p:cNvPr>
          <p:cNvSpPr/>
          <p:nvPr/>
        </p:nvSpPr>
        <p:spPr>
          <a:xfrm>
            <a:off x="2837793" y="1497724"/>
            <a:ext cx="3657600" cy="630621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C9DEF7-5E50-427E-B6BE-4093A66D590B}"/>
              </a:ext>
            </a:extLst>
          </p:cNvPr>
          <p:cNvCxnSpPr/>
          <p:nvPr/>
        </p:nvCxnSpPr>
        <p:spPr>
          <a:xfrm flipV="1">
            <a:off x="6495393" y="851338"/>
            <a:ext cx="2109702" cy="945931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B3A5DEC-D1EE-4943-8448-5444F5A005B6}"/>
              </a:ext>
            </a:extLst>
          </p:cNvPr>
          <p:cNvSpPr txBox="1"/>
          <p:nvPr/>
        </p:nvSpPr>
        <p:spPr>
          <a:xfrm>
            <a:off x="6844039" y="613035"/>
            <a:ext cx="5069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CheckListItem:MemberId,Username</a:t>
            </a:r>
            <a:r>
              <a:rPr lang="en-US" dirty="0">
                <a:solidFill>
                  <a:srgbClr val="C00000"/>
                </a:solidFill>
              </a:rPr>
              <a:t>, </a:t>
            </a:r>
            <a:r>
              <a:rPr lang="en-US" dirty="0" err="1">
                <a:solidFill>
                  <a:srgbClr val="C00000"/>
                </a:solidFill>
              </a:rPr>
              <a:t>CardName</a:t>
            </a:r>
            <a:r>
              <a:rPr lang="en-US" dirty="0">
                <a:solidFill>
                  <a:srgbClr val="C00000"/>
                </a:solidFill>
              </a:rPr>
              <a:t>, </a:t>
            </a:r>
            <a:r>
              <a:rPr lang="en-US" dirty="0" err="1">
                <a:solidFill>
                  <a:srgbClr val="C00000"/>
                </a:solidFill>
              </a:rPr>
              <a:t>BoardName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B78945-301E-40FE-A6F8-BA23F7BC830F}"/>
              </a:ext>
            </a:extLst>
          </p:cNvPr>
          <p:cNvSpPr/>
          <p:nvPr/>
        </p:nvSpPr>
        <p:spPr>
          <a:xfrm>
            <a:off x="2837793" y="2443655"/>
            <a:ext cx="3657600" cy="2743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88657A-4D9E-42E0-B52B-00018E611DA4}"/>
              </a:ext>
            </a:extLst>
          </p:cNvPr>
          <p:cNvCxnSpPr>
            <a:cxnSpLocks/>
          </p:cNvCxnSpPr>
          <p:nvPr/>
        </p:nvCxnSpPr>
        <p:spPr>
          <a:xfrm>
            <a:off x="6495393" y="3534142"/>
            <a:ext cx="1277007" cy="222585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76969E-02E5-44C1-A1E5-4BAA23989046}"/>
              </a:ext>
            </a:extLst>
          </p:cNvPr>
          <p:cNvSpPr txBox="1"/>
          <p:nvPr/>
        </p:nvSpPr>
        <p:spPr>
          <a:xfrm>
            <a:off x="6840085" y="5760000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Comment, </a:t>
            </a:r>
            <a:r>
              <a:rPr lang="en-US" dirty="0" err="1">
                <a:solidFill>
                  <a:srgbClr val="C00000"/>
                </a:solidFill>
              </a:rPr>
              <a:t>CommentReaction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1612</Words>
  <Application>Microsoft Office PowerPoint</Application>
  <PresentationFormat>Widescreen</PresentationFormat>
  <Paragraphs>341</Paragraphs>
  <Slides>57</Slides>
  <Notes>57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44</cp:revision>
  <dcterms:created xsi:type="dcterms:W3CDTF">2025-07-10T03:51:23Z</dcterms:created>
  <dcterms:modified xsi:type="dcterms:W3CDTF">2025-07-30T02:07:52Z</dcterms:modified>
</cp:coreProperties>
</file>