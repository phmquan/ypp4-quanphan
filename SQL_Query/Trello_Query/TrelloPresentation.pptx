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32.xml" ContentType="application/vnd.openxmlformats-officedocument.presentationml.tag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ags/tag33.xml" ContentType="application/vnd.openxmlformats-officedocument.presentationml.tags+xml"/>
  <Override PartName="/ppt/notesSlides/notesSlide26.xml" ContentType="application/vnd.openxmlformats-officedocument.presentationml.notesSlide+xml"/>
  <Override PartName="/ppt/tags/tag34.xml" ContentType="application/vnd.openxmlformats-officedocument.presentationml.tags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tags/tag35.xml" ContentType="application/vnd.openxmlformats-officedocument.presentationml.tags+xml"/>
  <Override PartName="/ppt/notesSlides/notesSlide29.xml" ContentType="application/vnd.openxmlformats-officedocument.presentationml.notesSlide+xml"/>
  <Override PartName="/ppt/tags/tag36.xml" ContentType="application/vnd.openxmlformats-officedocument.presentationml.tags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tags/tag37.xml" ContentType="application/vnd.openxmlformats-officedocument.presentationml.tags+xml"/>
  <Override PartName="/ppt/notesSlides/notesSlide32.xml" ContentType="application/vnd.openxmlformats-officedocument.presentationml.notesSlide+xml"/>
  <Override PartName="/ppt/tags/tag38.xml" ContentType="application/vnd.openxmlformats-officedocument.presentationml.tags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37"/>
  </p:notesMasterIdLst>
  <p:handoutMasterIdLst>
    <p:handoutMasterId r:id="rId38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53" r:id="rId13"/>
    <p:sldId id="2145705968" r:id="rId14"/>
    <p:sldId id="2145705954" r:id="rId15"/>
    <p:sldId id="2145705965" r:id="rId16"/>
    <p:sldId id="2145705966" r:id="rId17"/>
    <p:sldId id="2145705955" r:id="rId18"/>
    <p:sldId id="2145705964" r:id="rId19"/>
    <p:sldId id="2145705967" r:id="rId20"/>
    <p:sldId id="2145705956" r:id="rId21"/>
    <p:sldId id="2145705957" r:id="rId22"/>
    <p:sldId id="2145705958" r:id="rId23"/>
    <p:sldId id="2145705959" r:id="rId24"/>
    <p:sldId id="2145705960" r:id="rId25"/>
    <p:sldId id="2145705963" r:id="rId26"/>
    <p:sldId id="315" r:id="rId27"/>
    <p:sldId id="2145705823" r:id="rId28"/>
    <p:sldId id="2145705739" r:id="rId29"/>
    <p:sldId id="2145705913" r:id="rId30"/>
    <p:sldId id="2145705949" r:id="rId31"/>
    <p:sldId id="2145705749" r:id="rId32"/>
    <p:sldId id="2145705911" r:id="rId33"/>
    <p:sldId id="2145705934" r:id="rId34"/>
    <p:sldId id="2145705791" r:id="rId35"/>
    <p:sldId id="2145705742" r:id="rId36"/>
  </p:sldIdLst>
  <p:sldSz cx="12192000" cy="6858000"/>
  <p:notesSz cx="6858000" cy="9144000"/>
  <p:custDataLst>
    <p:tags r:id="rId3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53"/>
            <p14:sldId id="2145705968"/>
            <p14:sldId id="2145705954"/>
            <p14:sldId id="2145705965"/>
            <p14:sldId id="2145705966"/>
            <p14:sldId id="2145705955"/>
            <p14:sldId id="2145705964"/>
            <p14:sldId id="2145705967"/>
            <p14:sldId id="2145705956"/>
            <p14:sldId id="2145705957"/>
            <p14:sldId id="2145705958"/>
            <p14:sldId id="2145705959"/>
            <p14:sldId id="2145705960"/>
            <p14:sldId id="2145705963"/>
            <p14:sldId id="315"/>
            <p14:sldId id="2145705823"/>
          </p14:sldIdLst>
        </p14:section>
        <p14:section name="How-to guides" id="{940A1398-85E1-49ED-8D6E-5B86E8378269}">
          <p14:sldIdLst>
            <p14:sldId id="2145705739"/>
            <p14:sldId id="2145705913"/>
            <p14:sldId id="2145705949"/>
            <p14:sldId id="2145705749"/>
            <p14:sldId id="2145705911"/>
          </p14:sldIdLst>
        </p14:section>
        <p14:section name="Style guide" id="{469652BB-A032-4484-908B-5AD5FE899E09}">
          <p14:sldIdLst>
            <p14:sldId id="2145705934"/>
            <p14:sldId id="2145705791"/>
            <p14:sldId id="214570574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495" autoAdjust="0"/>
    <p:restoredTop sz="90291" autoAdjust="0"/>
  </p:normalViewPr>
  <p:slideViewPr>
    <p:cSldViewPr snapToGrid="0" snapToObjects="1" showGuides="1">
      <p:cViewPr varScale="1">
        <p:scale>
          <a:sx n="102" d="100"/>
          <a:sy n="102" d="100"/>
        </p:scale>
        <p:origin x="750" y="114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tags" Target="tags/tag1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theme" Target="theme/theme1.xml"/><Relationship Id="rId7" Type="http://schemas.openxmlformats.org/officeDocument/2006/relationships/slide" Target="slides/slide4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slide" Target="slides/slide26.xml"/><Relationship Id="rId41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tableStyles" Target="tableStyles.xml"/><Relationship Id="rId8" Type="http://schemas.openxmlformats.org/officeDocument/2006/relationships/slide" Target="slides/slide5.xml"/><Relationship Id="rId3" Type="http://schemas.openxmlformats.org/officeDocument/2006/relationships/slideMaster" Target="slideMasters/slideMaster1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handoutMaster" Target="handoutMasters/handout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5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8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9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0.vml.rels><?xml version="1.0" encoding="UTF-8" standalone="yes"?>
<Relationships xmlns="http://schemas.openxmlformats.org/package/2006/relationships"><Relationship Id="rId1" Type="http://schemas.openxmlformats.org/officeDocument/2006/relationships/image" Target="../media/image22.emf"/></Relationships>
</file>

<file path=ppt/drawings/_rels/vmlDrawing3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2.vml.rels><?xml version="1.0" encoding="UTF-8" standalone="yes"?>
<Relationships xmlns="http://schemas.openxmlformats.org/package/2006/relationships"><Relationship Id="rId1" Type="http://schemas.openxmlformats.org/officeDocument/2006/relationships/image" Target="../media/image43.emf"/></Relationships>
</file>

<file path=ppt/drawings/_rels/vmlDrawing3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7.emf"/></Relationships>
</file>

<file path=ppt/drawings/_rels/vmlDrawing34.vml.rels><?xml version="1.0" encoding="UTF-8" standalone="yes"?>
<Relationships xmlns="http://schemas.openxmlformats.org/package/2006/relationships"><Relationship Id="rId1" Type="http://schemas.openxmlformats.org/officeDocument/2006/relationships/image" Target="../media/image54.emf"/></Relationships>
</file>

<file path=ppt/drawings/_rels/vmlDrawing35.vml.rels><?xml version="1.0" encoding="UTF-8" standalone="yes"?>
<Relationships xmlns="http://schemas.openxmlformats.org/package/2006/relationships"><Relationship Id="rId1" Type="http://schemas.openxmlformats.org/officeDocument/2006/relationships/image" Target="../media/image63.emf"/></Relationships>
</file>

<file path=ppt/drawings/_rels/vmlDrawing36.vml.rels><?xml version="1.0" encoding="UTF-8" standalone="yes"?>
<Relationships xmlns="http://schemas.openxmlformats.org/package/2006/relationships"><Relationship Id="rId1" Type="http://schemas.openxmlformats.org/officeDocument/2006/relationships/image" Target="../media/image70.emf"/></Relationships>
</file>

<file path=ppt/drawings/_rels/vmlDrawing37.vml.rels><?xml version="1.0" encoding="UTF-8" standalone="yes"?>
<Relationships xmlns="http://schemas.openxmlformats.org/package/2006/relationships"><Relationship Id="rId1" Type="http://schemas.openxmlformats.org/officeDocument/2006/relationships/image" Target="../media/image74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08.08.2025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370894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719106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079309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9525665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179773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355354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708028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2823523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5204604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170839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742318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189515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1847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11018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801098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6224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svg"/><Relationship Id="rId2" Type="http://schemas.openxmlformats.org/officeDocument/2006/relationships/tags" Target="../tags/tag3.xml"/><Relationship Id="rId1" Type="http://schemas.openxmlformats.org/officeDocument/2006/relationships/vmlDrawing" Target="../drawings/vmlDrawing2.vml"/><Relationship Id="rId6" Type="http://schemas.openxmlformats.org/officeDocument/2006/relationships/image" Target="../media/image4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Relationship Id="rId9" Type="http://schemas.openxmlformats.org/officeDocument/2006/relationships/image" Target="../media/image7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4.xml"/><Relationship Id="rId1" Type="http://schemas.openxmlformats.org/officeDocument/2006/relationships/vmlDrawing" Target="../drawings/vmlDrawing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vmlDrawing" Target="../drawings/vmlDrawing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6.xml"/><Relationship Id="rId1" Type="http://schemas.openxmlformats.org/officeDocument/2006/relationships/vmlDrawing" Target="../drawings/vmlDrawing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5.bin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vmlDrawing" Target="../drawings/vmlDrawing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6.bin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vmlDrawing" Target="../drawings/vmlDrawing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9.xml"/><Relationship Id="rId1" Type="http://schemas.openxmlformats.org/officeDocument/2006/relationships/vmlDrawing" Target="../drawings/vmlDrawing8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7.bin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vmlDrawing" Target="../drawings/vmlDrawing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8.bin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1" Type="http://schemas.openxmlformats.org/officeDocument/2006/relationships/vmlDrawing" Target="../drawings/vmlDrawing1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9.bin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2.xml"/><Relationship Id="rId1" Type="http://schemas.openxmlformats.org/officeDocument/2006/relationships/vmlDrawing" Target="../drawings/vmlDrawing1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0.bin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3.xml"/><Relationship Id="rId1" Type="http://schemas.openxmlformats.org/officeDocument/2006/relationships/vmlDrawing" Target="../drawings/vmlDrawing12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1.bin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vmlDrawing" Target="../drawings/vmlDrawing1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2.bin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5.xml"/><Relationship Id="rId1" Type="http://schemas.openxmlformats.org/officeDocument/2006/relationships/vmlDrawing" Target="../drawings/vmlDrawing14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3.bin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1" Type="http://schemas.openxmlformats.org/officeDocument/2006/relationships/vmlDrawing" Target="../drawings/vmlDrawing15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4.bin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7.xml"/><Relationship Id="rId1" Type="http://schemas.openxmlformats.org/officeDocument/2006/relationships/vmlDrawing" Target="../drawings/vmlDrawing16.vml"/><Relationship Id="rId6" Type="http://schemas.openxmlformats.org/officeDocument/2006/relationships/image" Target="../media/image8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5.bin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8.xml"/><Relationship Id="rId1" Type="http://schemas.openxmlformats.org/officeDocument/2006/relationships/vmlDrawing" Target="../drawings/vmlDrawing17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6.bin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10.svg"/><Relationship Id="rId2" Type="http://schemas.openxmlformats.org/officeDocument/2006/relationships/tags" Target="../tags/tag19.xml"/><Relationship Id="rId1" Type="http://schemas.openxmlformats.org/officeDocument/2006/relationships/vmlDrawing" Target="../drawings/vmlDrawing18.vml"/><Relationship Id="rId6" Type="http://schemas.openxmlformats.org/officeDocument/2006/relationships/image" Target="../media/image9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17.bin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0.xml"/><Relationship Id="rId1" Type="http://schemas.openxmlformats.org/officeDocument/2006/relationships/vmlDrawing" Target="../drawings/vmlDrawing19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8.bin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1.xml"/><Relationship Id="rId1" Type="http://schemas.openxmlformats.org/officeDocument/2006/relationships/vmlDrawing" Target="../drawings/vmlDrawing20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9.bin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1" Type="http://schemas.openxmlformats.org/officeDocument/2006/relationships/vmlDrawing" Target="../drawings/vmlDrawing21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0.bin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vmlDrawing" Target="../drawings/vmlDrawing22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1.bin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4.xml"/><Relationship Id="rId1" Type="http://schemas.openxmlformats.org/officeDocument/2006/relationships/vmlDrawing" Target="../drawings/vmlDrawing23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2.bin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5.xml"/><Relationship Id="rId1" Type="http://schemas.openxmlformats.org/officeDocument/2006/relationships/vmlDrawing" Target="../drawings/vmlDrawing24.vml"/><Relationship Id="rId6" Type="http://schemas.openxmlformats.org/officeDocument/2006/relationships/image" Target="../media/image11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3.bin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6.xml"/><Relationship Id="rId1" Type="http://schemas.openxmlformats.org/officeDocument/2006/relationships/vmlDrawing" Target="../drawings/vmlDrawing25.vml"/><Relationship Id="rId6" Type="http://schemas.openxmlformats.org/officeDocument/2006/relationships/image" Target="../media/image11.jpe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4.bin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7.xml"/><Relationship Id="rId1" Type="http://schemas.openxmlformats.org/officeDocument/2006/relationships/vmlDrawing" Target="../drawings/vmlDrawing26.v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5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09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2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4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19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1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4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6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29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1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3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6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38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1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3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5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8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0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31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55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4579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6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5603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6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6627"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vmlDrawing" Target="../drawings/vmlDrawing1.vml"/><Relationship Id="rId30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8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7" name="think-cell Slide" r:id="rId29" imgW="306" imgH="306" progId="TCLayout.ActiveDocument.1">
                  <p:embed/>
                </p:oleObj>
              </mc:Choice>
              <mc:Fallback>
                <p:oleObj name="think-cell Slide" r:id="rId29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3.jpg"/><Relationship Id="rId12" Type="http://schemas.openxmlformats.org/officeDocument/2006/relationships/image" Target="../media/image18.png"/><Relationship Id="rId2" Type="http://schemas.openxmlformats.org/officeDocument/2006/relationships/tags" Target="../tags/tag28.xml"/><Relationship Id="rId1" Type="http://schemas.openxmlformats.org/officeDocument/2006/relationships/vmlDrawing" Target="../drawings/vmlDrawing27.vml"/><Relationship Id="rId6" Type="http://schemas.openxmlformats.org/officeDocument/2006/relationships/image" Target="../media/image1.emf"/><Relationship Id="rId11" Type="http://schemas.openxmlformats.org/officeDocument/2006/relationships/image" Target="../media/image17.svg"/><Relationship Id="rId5" Type="http://schemas.openxmlformats.org/officeDocument/2006/relationships/oleObject" Target="../embeddings/oleObject26.bin"/><Relationship Id="rId10" Type="http://schemas.openxmlformats.org/officeDocument/2006/relationships/image" Target="../media/image16.png"/><Relationship Id="rId4" Type="http://schemas.openxmlformats.org/officeDocument/2006/relationships/notesSlide" Target="../notesSlides/notesSlide3.xml"/><Relationship Id="rId9" Type="http://schemas.openxmlformats.org/officeDocument/2006/relationships/image" Target="../media/image15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20.jpg"/><Relationship Id="rId2" Type="http://schemas.openxmlformats.org/officeDocument/2006/relationships/tags" Target="../tags/tag29.xml"/><Relationship Id="rId1" Type="http://schemas.openxmlformats.org/officeDocument/2006/relationships/vmlDrawing" Target="../drawings/vmlDrawing28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7.bin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0.xml"/><Relationship Id="rId7" Type="http://schemas.openxmlformats.org/officeDocument/2006/relationships/image" Target="../media/image21.png"/><Relationship Id="rId2" Type="http://schemas.openxmlformats.org/officeDocument/2006/relationships/tags" Target="../tags/tag30.xml"/><Relationship Id="rId1" Type="http://schemas.openxmlformats.org/officeDocument/2006/relationships/vmlDrawing" Target="../drawings/vmlDrawing29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8.bin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7" Type="http://schemas.openxmlformats.org/officeDocument/2006/relationships/image" Target="../media/image23.jpg"/><Relationship Id="rId2" Type="http://schemas.openxmlformats.org/officeDocument/2006/relationships/tags" Target="../tags/tag31.xml"/><Relationship Id="rId1" Type="http://schemas.openxmlformats.org/officeDocument/2006/relationships/vmlDrawing" Target="../drawings/vmlDrawing30.vml"/><Relationship Id="rId6" Type="http://schemas.openxmlformats.org/officeDocument/2006/relationships/image" Target="../media/image22.emf"/><Relationship Id="rId5" Type="http://schemas.openxmlformats.org/officeDocument/2006/relationships/oleObject" Target="../embeddings/oleObject29.bin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8.xml"/><Relationship Id="rId7" Type="http://schemas.openxmlformats.org/officeDocument/2006/relationships/image" Target="../media/image42.jpg"/><Relationship Id="rId2" Type="http://schemas.openxmlformats.org/officeDocument/2006/relationships/tags" Target="../tags/tag32.xml"/><Relationship Id="rId1" Type="http://schemas.openxmlformats.org/officeDocument/2006/relationships/vmlDrawing" Target="../drawings/vmlDrawing31.v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30.bin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44.png"/><Relationship Id="rId2" Type="http://schemas.openxmlformats.org/officeDocument/2006/relationships/tags" Target="../tags/tag33.xml"/><Relationship Id="rId1" Type="http://schemas.openxmlformats.org/officeDocument/2006/relationships/vmlDrawing" Target="../drawings/vmlDrawing32.vml"/><Relationship Id="rId6" Type="http://schemas.openxmlformats.org/officeDocument/2006/relationships/image" Target="../media/image43.emf"/><Relationship Id="rId5" Type="http://schemas.openxmlformats.org/officeDocument/2006/relationships/oleObject" Target="../embeddings/oleObject31.bin"/><Relationship Id="rId4" Type="http://schemas.openxmlformats.org/officeDocument/2006/relationships/notesSlide" Target="../notesSlides/notesSlide26.xml"/><Relationship Id="rId9" Type="http://schemas.openxmlformats.org/officeDocument/2006/relationships/image" Target="../media/image46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48.png"/><Relationship Id="rId2" Type="http://schemas.openxmlformats.org/officeDocument/2006/relationships/tags" Target="../tags/tag34.xml"/><Relationship Id="rId1" Type="http://schemas.openxmlformats.org/officeDocument/2006/relationships/vmlDrawing" Target="../drawings/vmlDrawing33.vml"/><Relationship Id="rId6" Type="http://schemas.openxmlformats.org/officeDocument/2006/relationships/image" Target="../media/image47.emf"/><Relationship Id="rId5" Type="http://schemas.openxmlformats.org/officeDocument/2006/relationships/oleObject" Target="../embeddings/oleObject32.bin"/><Relationship Id="rId10" Type="http://schemas.openxmlformats.org/officeDocument/2006/relationships/image" Target="../media/image51.png"/><Relationship Id="rId4" Type="http://schemas.openxmlformats.org/officeDocument/2006/relationships/notesSlide" Target="../notesSlides/notesSlide27.xml"/><Relationship Id="rId9" Type="http://schemas.openxmlformats.org/officeDocument/2006/relationships/image" Target="../media/image50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3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hyperlink" Target="file:///C:\Users\Public\bbv_templates\Marketing\PPT-Bibliotheken\Bilder-Bibliothek" TargetMode="External"/><Relationship Id="rId13" Type="http://schemas.openxmlformats.org/officeDocument/2006/relationships/image" Target="../media/image59.sv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3.jpg"/><Relationship Id="rId12" Type="http://schemas.openxmlformats.org/officeDocument/2006/relationships/image" Target="../media/image58.png"/><Relationship Id="rId2" Type="http://schemas.openxmlformats.org/officeDocument/2006/relationships/tags" Target="../tags/tag35.xml"/><Relationship Id="rId16" Type="http://schemas.openxmlformats.org/officeDocument/2006/relationships/image" Target="../media/image62.png"/><Relationship Id="rId1" Type="http://schemas.openxmlformats.org/officeDocument/2006/relationships/vmlDrawing" Target="../drawings/vmlDrawing34.vml"/><Relationship Id="rId6" Type="http://schemas.openxmlformats.org/officeDocument/2006/relationships/image" Target="../media/image54.emf"/><Relationship Id="rId11" Type="http://schemas.openxmlformats.org/officeDocument/2006/relationships/image" Target="../media/image57.png"/><Relationship Id="rId5" Type="http://schemas.openxmlformats.org/officeDocument/2006/relationships/oleObject" Target="../embeddings/oleObject33.bin"/><Relationship Id="rId15" Type="http://schemas.openxmlformats.org/officeDocument/2006/relationships/image" Target="../media/image61.png"/><Relationship Id="rId10" Type="http://schemas.openxmlformats.org/officeDocument/2006/relationships/image" Target="../media/image56.svg"/><Relationship Id="rId4" Type="http://schemas.openxmlformats.org/officeDocument/2006/relationships/notesSlide" Target="../notesSlides/notesSlide29.xml"/><Relationship Id="rId9" Type="http://schemas.openxmlformats.org/officeDocument/2006/relationships/image" Target="../media/image55.png"/><Relationship Id="rId14" Type="http://schemas.openxmlformats.org/officeDocument/2006/relationships/image" Target="../media/image60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13.jpg"/><Relationship Id="rId12" Type="http://schemas.openxmlformats.org/officeDocument/2006/relationships/image" Target="../media/image68.png"/><Relationship Id="rId2" Type="http://schemas.openxmlformats.org/officeDocument/2006/relationships/tags" Target="../tags/tag36.xml"/><Relationship Id="rId1" Type="http://schemas.openxmlformats.org/officeDocument/2006/relationships/vmlDrawing" Target="../drawings/vmlDrawing35.vml"/><Relationship Id="rId6" Type="http://schemas.openxmlformats.org/officeDocument/2006/relationships/image" Target="../media/image63.emf"/><Relationship Id="rId11" Type="http://schemas.openxmlformats.org/officeDocument/2006/relationships/image" Target="../media/image67.png"/><Relationship Id="rId5" Type="http://schemas.openxmlformats.org/officeDocument/2006/relationships/oleObject" Target="../embeddings/oleObject34.bin"/><Relationship Id="rId10" Type="http://schemas.openxmlformats.org/officeDocument/2006/relationships/image" Target="../media/image66.png"/><Relationship Id="rId4" Type="http://schemas.openxmlformats.org/officeDocument/2006/relationships/notesSlide" Target="../notesSlides/notesSlide30.xml"/><Relationship Id="rId9" Type="http://schemas.openxmlformats.org/officeDocument/2006/relationships/image" Target="../media/image65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45.png"/><Relationship Id="rId2" Type="http://schemas.openxmlformats.org/officeDocument/2006/relationships/tags" Target="../tags/tag37.xml"/><Relationship Id="rId1" Type="http://schemas.openxmlformats.org/officeDocument/2006/relationships/vmlDrawing" Target="../drawings/vmlDrawing36.vml"/><Relationship Id="rId6" Type="http://schemas.openxmlformats.org/officeDocument/2006/relationships/image" Target="../media/image70.emf"/><Relationship Id="rId5" Type="http://schemas.openxmlformats.org/officeDocument/2006/relationships/oleObject" Target="../embeddings/oleObject35.bin"/><Relationship Id="rId10" Type="http://schemas.openxmlformats.org/officeDocument/2006/relationships/image" Target="../media/image73.png"/><Relationship Id="rId4" Type="http://schemas.openxmlformats.org/officeDocument/2006/relationships/notesSlide" Target="../notesSlides/notesSlide32.xml"/><Relationship Id="rId9" Type="http://schemas.openxmlformats.org/officeDocument/2006/relationships/image" Target="../media/image72.emf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slideLayout" Target="../slideLayouts/slideLayout7.xml"/><Relationship Id="rId7" Type="http://schemas.openxmlformats.org/officeDocument/2006/relationships/image" Target="../media/image75.png"/><Relationship Id="rId2" Type="http://schemas.openxmlformats.org/officeDocument/2006/relationships/tags" Target="../tags/tag38.xml"/><Relationship Id="rId1" Type="http://schemas.openxmlformats.org/officeDocument/2006/relationships/vmlDrawing" Target="../drawings/vmlDrawing37.vml"/><Relationship Id="rId6" Type="http://schemas.openxmlformats.org/officeDocument/2006/relationships/image" Target="../media/image74.emf"/><Relationship Id="rId5" Type="http://schemas.openxmlformats.org/officeDocument/2006/relationships/oleObject" Target="../embeddings/oleObject36.bin"/><Relationship Id="rId4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7651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08/05/2025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8675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699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5FBC1A-5B7B-90D9-1A98-E76DFB0AF1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0" y="1098551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23"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1690EDE-5337-827C-9C9E-0876DAA84A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98550"/>
            <a:ext cx="8087854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7CE72A3F-53CC-457B-F289-536E4CDA2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834" y="1098000"/>
            <a:ext cx="12192000" cy="6931378"/>
          </a:xfrm>
          <a:prstGeom prst="rect">
            <a:avLst/>
          </a:prstGeom>
          <a:ln>
            <a:solidFill>
              <a:srgbClr val="005194"/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A55CFC-D8AC-C138-B21A-597995F083E1}"/>
              </a:ext>
            </a:extLst>
          </p:cNvPr>
          <p:cNvSpPr/>
          <p:nvPr/>
        </p:nvSpPr>
        <p:spPr>
          <a:xfrm>
            <a:off x="3968821" y="2079626"/>
            <a:ext cx="3104669" cy="894323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402DB1-AED1-596E-7E92-B36235F6F680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7073490" y="1720439"/>
            <a:ext cx="987246" cy="359187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4555BE0-3F0D-0571-271F-EEF03058177D}"/>
              </a:ext>
            </a:extLst>
          </p:cNvPr>
          <p:cNvSpPr/>
          <p:nvPr/>
        </p:nvSpPr>
        <p:spPr>
          <a:xfrm>
            <a:off x="8060736" y="1562361"/>
            <a:ext cx="847725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3959586" y="3221410"/>
            <a:ext cx="1198418" cy="266452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stCxn id="36" idx="3"/>
            <a:endCxn id="49" idx="1"/>
          </p:cNvCxnSpPr>
          <p:nvPr/>
        </p:nvCxnSpPr>
        <p:spPr>
          <a:xfrm flipV="1">
            <a:off x="5158004" y="3350084"/>
            <a:ext cx="569440" cy="4552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5727444" y="3192006"/>
            <a:ext cx="1346046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5A107FE-E5C5-33F9-EFA7-EE1203158CAA}"/>
              </a:ext>
            </a:extLst>
          </p:cNvPr>
          <p:cNvSpPr/>
          <p:nvPr/>
        </p:nvSpPr>
        <p:spPr>
          <a:xfrm>
            <a:off x="3959586" y="1785938"/>
            <a:ext cx="1198418" cy="210058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BF586A-4128-3F6F-BCFA-E7B37776FF15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 flipV="1">
            <a:off x="5158004" y="1858218"/>
            <a:ext cx="391896" cy="32749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AB4E8DE4-C889-CCD1-D005-3F5A8C9A7F18}"/>
              </a:ext>
            </a:extLst>
          </p:cNvPr>
          <p:cNvSpPr/>
          <p:nvPr/>
        </p:nvSpPr>
        <p:spPr>
          <a:xfrm>
            <a:off x="5549900" y="1700140"/>
            <a:ext cx="1523590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UserStarredBoard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F88F2CC-1E62-135E-2D70-50B3945AE8B1}"/>
              </a:ext>
            </a:extLst>
          </p:cNvPr>
          <p:cNvSpPr/>
          <p:nvPr/>
        </p:nvSpPr>
        <p:spPr>
          <a:xfrm>
            <a:off x="5603875" y="2154074"/>
            <a:ext cx="1397794" cy="464361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A959EDE-5C0C-3402-69C6-AD6B2FAB8723}"/>
              </a:ext>
            </a:extLst>
          </p:cNvPr>
          <p:cNvCxnSpPr>
            <a:cxnSpLocks/>
            <a:stCxn id="68" idx="3"/>
            <a:endCxn id="70" idx="1"/>
          </p:cNvCxnSpPr>
          <p:nvPr/>
        </p:nvCxnSpPr>
        <p:spPr>
          <a:xfrm flipV="1">
            <a:off x="7001669" y="2371548"/>
            <a:ext cx="1059066" cy="14707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075D6AF-3DC6-EBA5-B417-E825DFE1EA76}"/>
              </a:ext>
            </a:extLst>
          </p:cNvPr>
          <p:cNvSpPr/>
          <p:nvPr/>
        </p:nvSpPr>
        <p:spPr>
          <a:xfrm>
            <a:off x="8060735" y="2230940"/>
            <a:ext cx="1153115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BackgroudUrl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86F44FE-1FD0-7C32-1517-6932F3F70F16}"/>
              </a:ext>
            </a:extLst>
          </p:cNvPr>
          <p:cNvSpPr/>
          <p:nvPr/>
        </p:nvSpPr>
        <p:spPr>
          <a:xfrm>
            <a:off x="5603875" y="2719388"/>
            <a:ext cx="740569" cy="136712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6ABB82D-F011-6276-80EE-0619C382D3A0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6344444" y="2787744"/>
            <a:ext cx="1716292" cy="17470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531CE30-10BF-DB1B-5694-FDB5280CC94F}"/>
              </a:ext>
            </a:extLst>
          </p:cNvPr>
          <p:cNvSpPr/>
          <p:nvPr/>
        </p:nvSpPr>
        <p:spPr>
          <a:xfrm>
            <a:off x="8060736" y="2664606"/>
            <a:ext cx="1032557" cy="281215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0EE8260-6C0F-BE9D-F51B-439CAF22FD7F}"/>
              </a:ext>
            </a:extLst>
          </p:cNvPr>
          <p:cNvSpPr/>
          <p:nvPr/>
        </p:nvSpPr>
        <p:spPr>
          <a:xfrm>
            <a:off x="6499225" y="3893620"/>
            <a:ext cx="502444" cy="161650"/>
          </a:xfrm>
          <a:prstGeom prst="rect">
            <a:avLst/>
          </a:prstGeom>
          <a:noFill/>
          <a:ln w="1270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85" idx="3"/>
            <a:endCxn id="87" idx="1"/>
          </p:cNvCxnSpPr>
          <p:nvPr/>
        </p:nvCxnSpPr>
        <p:spPr>
          <a:xfrm flipV="1">
            <a:off x="7001669" y="3228998"/>
            <a:ext cx="1059065" cy="745447"/>
          </a:xfrm>
          <a:prstGeom prst="straightConnector1">
            <a:avLst/>
          </a:prstGeom>
          <a:ln w="9525" cap="flat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060734" y="3090549"/>
            <a:ext cx="1065486" cy="276898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BA65316-5DC8-8EFA-0395-B6439A290DBF}"/>
              </a:ext>
            </a:extLst>
          </p:cNvPr>
          <p:cNvSpPr/>
          <p:nvPr/>
        </p:nvSpPr>
        <p:spPr>
          <a:xfrm>
            <a:off x="1825986" y="3003550"/>
            <a:ext cx="1882414" cy="1231900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BD6DF8DF-70C1-C889-C6F3-974F0FDA8E71}"/>
              </a:ext>
            </a:extLst>
          </p:cNvPr>
          <p:cNvCxnSpPr>
            <a:cxnSpLocks/>
            <a:stCxn id="96" idx="1"/>
            <a:endCxn id="98" idx="3"/>
          </p:cNvCxnSpPr>
          <p:nvPr/>
        </p:nvCxnSpPr>
        <p:spPr>
          <a:xfrm flipH="1" flipV="1">
            <a:off x="1546225" y="3587078"/>
            <a:ext cx="279761" cy="32422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2F1D23C-9C92-C58A-3E65-CBEA5E8DE127}"/>
              </a:ext>
            </a:extLst>
          </p:cNvPr>
          <p:cNvSpPr/>
          <p:nvPr/>
        </p:nvSpPr>
        <p:spPr>
          <a:xfrm>
            <a:off x="571356" y="3429000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5C8F251D-08FE-F430-75D9-94A2CBBDF7A5}"/>
              </a:ext>
            </a:extLst>
          </p:cNvPr>
          <p:cNvSpPr/>
          <p:nvPr/>
        </p:nvSpPr>
        <p:spPr>
          <a:xfrm>
            <a:off x="1877873" y="3931444"/>
            <a:ext cx="227946" cy="230981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AF28D77-80A7-D19A-C4E2-FF82B4188F82}"/>
              </a:ext>
            </a:extLst>
          </p:cNvPr>
          <p:cNvCxnSpPr>
            <a:cxnSpLocks/>
            <a:stCxn id="116" idx="2"/>
            <a:endCxn id="118" idx="1"/>
          </p:cNvCxnSpPr>
          <p:nvPr/>
        </p:nvCxnSpPr>
        <p:spPr>
          <a:xfrm flipH="1">
            <a:off x="571356" y="4162425"/>
            <a:ext cx="1420490" cy="713153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0D31358C-276B-3F8E-54D0-2A69E3F649EB}"/>
              </a:ext>
            </a:extLst>
          </p:cNvPr>
          <p:cNvSpPr/>
          <p:nvPr/>
        </p:nvSpPr>
        <p:spPr>
          <a:xfrm>
            <a:off x="571356" y="4717500"/>
            <a:ext cx="749444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AE758DC-7F3D-6A67-2099-2FD6E65F76CB}"/>
              </a:ext>
            </a:extLst>
          </p:cNvPr>
          <p:cNvSpPr/>
          <p:nvPr/>
        </p:nvSpPr>
        <p:spPr>
          <a:xfrm>
            <a:off x="2129059" y="3931444"/>
            <a:ext cx="868142" cy="230981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1EFB936-9AE3-03E3-1668-C86727DE7C70}"/>
              </a:ext>
            </a:extLst>
          </p:cNvPr>
          <p:cNvCxnSpPr>
            <a:cxnSpLocks/>
            <a:stCxn id="136" idx="2"/>
            <a:endCxn id="138" idx="0"/>
          </p:cNvCxnSpPr>
          <p:nvPr/>
        </p:nvCxnSpPr>
        <p:spPr>
          <a:xfrm>
            <a:off x="2563130" y="4162425"/>
            <a:ext cx="268579" cy="555075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35992581-1084-BF26-B66B-603A2D2B2A39}"/>
              </a:ext>
            </a:extLst>
          </p:cNvPr>
          <p:cNvSpPr/>
          <p:nvPr/>
        </p:nvSpPr>
        <p:spPr>
          <a:xfrm>
            <a:off x="2129058" y="4717500"/>
            <a:ext cx="1405302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16E4DC-ECC9-AAD6-3AF4-748D99082C65}"/>
              </a:ext>
            </a:extLst>
          </p:cNvPr>
          <p:cNvSpPr/>
          <p:nvPr/>
        </p:nvSpPr>
        <p:spPr>
          <a:xfrm>
            <a:off x="7863680" y="5093494"/>
            <a:ext cx="797719" cy="276898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077F9AE8-F6EA-CF4E-A8AD-3BDD56DC0985}"/>
              </a:ext>
            </a:extLst>
          </p:cNvPr>
          <p:cNvCxnSpPr>
            <a:cxnSpLocks/>
            <a:stCxn id="146" idx="0"/>
            <a:endCxn id="148" idx="2"/>
          </p:cNvCxnSpPr>
          <p:nvPr/>
        </p:nvCxnSpPr>
        <p:spPr>
          <a:xfrm flipV="1">
            <a:off x="8262540" y="4727964"/>
            <a:ext cx="243745" cy="365530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B68020EF-A90E-23F3-8C0B-8F9B9655A7F6}"/>
              </a:ext>
            </a:extLst>
          </p:cNvPr>
          <p:cNvSpPr/>
          <p:nvPr/>
        </p:nvSpPr>
        <p:spPr>
          <a:xfrm>
            <a:off x="8058291" y="4399413"/>
            <a:ext cx="895987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5C814B6-005E-02D2-C05E-C8F3B5DE8D46}"/>
              </a:ext>
            </a:extLst>
          </p:cNvPr>
          <p:cNvSpPr/>
          <p:nvPr/>
        </p:nvSpPr>
        <p:spPr>
          <a:xfrm>
            <a:off x="1782655" y="2079625"/>
            <a:ext cx="981254" cy="230367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8386C118-C581-78BE-89D4-F8EA1EBE7DDE}"/>
              </a:ext>
            </a:extLst>
          </p:cNvPr>
          <p:cNvCxnSpPr>
            <a:cxnSpLocks/>
            <a:stCxn id="154" idx="1"/>
            <a:endCxn id="156" idx="3"/>
          </p:cNvCxnSpPr>
          <p:nvPr/>
        </p:nvCxnSpPr>
        <p:spPr>
          <a:xfrm flipH="1" flipV="1">
            <a:off x="1509278" y="2098389"/>
            <a:ext cx="273377" cy="96420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56A2BAEE-A30A-89D9-F03E-B7036701A872}"/>
              </a:ext>
            </a:extLst>
          </p:cNvPr>
          <p:cNvSpPr/>
          <p:nvPr/>
        </p:nvSpPr>
        <p:spPr>
          <a:xfrm>
            <a:off x="528025" y="1940311"/>
            <a:ext cx="9812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2E47E54-7332-2209-8146-01601FBAFE96}"/>
              </a:ext>
            </a:extLst>
          </p:cNvPr>
          <p:cNvSpPr/>
          <p:nvPr/>
        </p:nvSpPr>
        <p:spPr>
          <a:xfrm>
            <a:off x="11846560" y="1169459"/>
            <a:ext cx="299474" cy="276898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C1E428D4-1EB0-DE9D-725A-1459EDB2F35F}"/>
              </a:ext>
            </a:extLst>
          </p:cNvPr>
          <p:cNvCxnSpPr>
            <a:cxnSpLocks/>
            <a:stCxn id="164" idx="2"/>
            <a:endCxn id="166" idx="0"/>
          </p:cNvCxnSpPr>
          <p:nvPr/>
        </p:nvCxnSpPr>
        <p:spPr>
          <a:xfrm flipH="1">
            <a:off x="11725677" y="1446357"/>
            <a:ext cx="270620" cy="1775053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165C9CF7-616D-E48D-11A0-3FD18E765120}"/>
              </a:ext>
            </a:extLst>
          </p:cNvPr>
          <p:cNvSpPr/>
          <p:nvPr/>
        </p:nvSpPr>
        <p:spPr>
          <a:xfrm>
            <a:off x="11427460" y="3221410"/>
            <a:ext cx="596433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03A4EB1-AEA0-E194-C1DA-4CC2CEEE08F0}"/>
              </a:ext>
            </a:extLst>
          </p:cNvPr>
          <p:cNvSpPr/>
          <p:nvPr/>
        </p:nvSpPr>
        <p:spPr>
          <a:xfrm>
            <a:off x="11364118" y="1207294"/>
            <a:ext cx="161925" cy="161926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5E259895-5D03-D82F-6BD8-4754835A4034}"/>
              </a:ext>
            </a:extLst>
          </p:cNvPr>
          <p:cNvCxnSpPr>
            <a:cxnSpLocks/>
            <a:stCxn id="177" idx="2"/>
            <a:endCxn id="179" idx="0"/>
          </p:cNvCxnSpPr>
          <p:nvPr/>
        </p:nvCxnSpPr>
        <p:spPr>
          <a:xfrm flipH="1">
            <a:off x="10809585" y="1369220"/>
            <a:ext cx="635496" cy="1852191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2BD20915-2ABE-90D9-0135-AB9B6E63F7EE}"/>
              </a:ext>
            </a:extLst>
          </p:cNvPr>
          <p:cNvSpPr/>
          <p:nvPr/>
        </p:nvSpPr>
        <p:spPr>
          <a:xfrm>
            <a:off x="10315214" y="3221411"/>
            <a:ext cx="988741" cy="32855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Notification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2FCB8B4-21DA-8C11-21E7-50EA45D815AF}"/>
              </a:ext>
            </a:extLst>
          </p:cNvPr>
          <p:cNvSpPr/>
          <p:nvPr/>
        </p:nvSpPr>
        <p:spPr>
          <a:xfrm>
            <a:off x="8694434" y="5094288"/>
            <a:ext cx="744842" cy="276898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8ACBEA2E-204D-B68B-D2EC-DAB0CE3AE6EF}"/>
              </a:ext>
            </a:extLst>
          </p:cNvPr>
          <p:cNvCxnSpPr>
            <a:cxnSpLocks/>
            <a:stCxn id="193" idx="0"/>
            <a:endCxn id="195" idx="2"/>
          </p:cNvCxnSpPr>
          <p:nvPr/>
        </p:nvCxnSpPr>
        <p:spPr>
          <a:xfrm flipV="1">
            <a:off x="9066855" y="4728758"/>
            <a:ext cx="529872" cy="365530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: Rounded Corners 194">
            <a:extLst>
              <a:ext uri="{FF2B5EF4-FFF2-40B4-BE49-F238E27FC236}">
                <a16:creationId xmlns:a16="http://schemas.microsoft.com/office/drawing/2014/main" id="{5089106E-848E-D991-A0E8-8061FE2D0269}"/>
              </a:ext>
            </a:extLst>
          </p:cNvPr>
          <p:cNvSpPr/>
          <p:nvPr/>
        </p:nvSpPr>
        <p:spPr>
          <a:xfrm>
            <a:off x="9066855" y="4400207"/>
            <a:ext cx="1059744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4E577B21-3844-3B09-ADF9-37AF317F875D}"/>
              </a:ext>
            </a:extLst>
          </p:cNvPr>
          <p:cNvSpPr/>
          <p:nvPr/>
        </p:nvSpPr>
        <p:spPr>
          <a:xfrm>
            <a:off x="5201865" y="5524500"/>
            <a:ext cx="227385" cy="227188"/>
          </a:xfrm>
          <a:prstGeom prst="rect">
            <a:avLst/>
          </a:prstGeom>
          <a:noFill/>
          <a:ln w="1270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48DEE3F-9C0A-96A6-343E-34061F8B41F5}"/>
              </a:ext>
            </a:extLst>
          </p:cNvPr>
          <p:cNvCxnSpPr>
            <a:cxnSpLocks/>
            <a:stCxn id="199" idx="0"/>
          </p:cNvCxnSpPr>
          <p:nvPr/>
        </p:nvCxnSpPr>
        <p:spPr>
          <a:xfrm flipV="1">
            <a:off x="5315558" y="5109260"/>
            <a:ext cx="199976" cy="415240"/>
          </a:xfrm>
          <a:prstGeom prst="straightConnector1">
            <a:avLst/>
          </a:prstGeom>
          <a:ln w="9525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C00F60E2-95EC-E02C-6B79-2311D9B029E7}"/>
              </a:ext>
            </a:extLst>
          </p:cNvPr>
          <p:cNvSpPr/>
          <p:nvPr/>
        </p:nvSpPr>
        <p:spPr>
          <a:xfrm>
            <a:off x="5396476" y="4780709"/>
            <a:ext cx="1475812" cy="328551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was starred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56B5927-CA05-7788-2EE8-11B70A9D05B1}"/>
              </a:ext>
            </a:extLst>
          </p:cNvPr>
          <p:cNvSpPr/>
          <p:nvPr/>
        </p:nvSpPr>
        <p:spPr>
          <a:xfrm>
            <a:off x="6791630" y="5519737"/>
            <a:ext cx="227385" cy="227188"/>
          </a:xfrm>
          <a:prstGeom prst="rect">
            <a:avLst/>
          </a:prstGeom>
          <a:noFill/>
          <a:ln w="1270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04AEFB53-E57E-D761-F8FE-262BA7E18298}"/>
              </a:ext>
            </a:extLst>
          </p:cNvPr>
          <p:cNvCxnSpPr>
            <a:cxnSpLocks/>
            <a:stCxn id="204" idx="0"/>
          </p:cNvCxnSpPr>
          <p:nvPr/>
        </p:nvCxnSpPr>
        <p:spPr>
          <a:xfrm flipH="1" flipV="1">
            <a:off x="6750447" y="5109260"/>
            <a:ext cx="154876" cy="410477"/>
          </a:xfrm>
          <a:prstGeom prst="straightConnector1">
            <a:avLst/>
          </a:prstGeom>
          <a:ln w="9525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9A91C19-D5CD-1F70-8009-5A8B8D3F5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6048"/>
            <a:ext cx="12201529" cy="6984116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9812594" y="1454150"/>
            <a:ext cx="2379406" cy="1407038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8724900" y="1587085"/>
            <a:ext cx="1087694" cy="16167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8141110" y="1492799"/>
            <a:ext cx="583790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72" idx="2"/>
            <a:endCxn id="87" idx="3"/>
          </p:cNvCxnSpPr>
          <p:nvPr/>
        </p:nvCxnSpPr>
        <p:spPr>
          <a:xfrm flipH="1">
            <a:off x="9096851" y="2062301"/>
            <a:ext cx="868680" cy="258122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141110" y="2209969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10342485" y="1931194"/>
            <a:ext cx="693598" cy="138252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D268540-A134-6CB2-B85F-764771CABEB6}"/>
              </a:ext>
            </a:extLst>
          </p:cNvPr>
          <p:cNvSpPr/>
          <p:nvPr/>
        </p:nvSpPr>
        <p:spPr>
          <a:xfrm>
            <a:off x="9965531" y="1893370"/>
            <a:ext cx="354808" cy="337861"/>
          </a:xfrm>
          <a:prstGeom prst="ellipse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2101E092-6666-8DB3-DCCE-19C3F4995FE2}"/>
              </a:ext>
            </a:extLst>
          </p:cNvPr>
          <p:cNvSpPr/>
          <p:nvPr/>
        </p:nvSpPr>
        <p:spPr>
          <a:xfrm>
            <a:off x="8141110" y="185141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F4D97B-B5EE-5093-470B-4CF0FE38B592}"/>
              </a:ext>
            </a:extLst>
          </p:cNvPr>
          <p:cNvSpPr/>
          <p:nvPr/>
        </p:nvSpPr>
        <p:spPr>
          <a:xfrm>
            <a:off x="10342484" y="2092979"/>
            <a:ext cx="1132759" cy="138252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1378137-E616-6CBE-D17F-A8AA6CFB92A3}"/>
              </a:ext>
            </a:extLst>
          </p:cNvPr>
          <p:cNvCxnSpPr>
            <a:cxnSpLocks/>
            <a:stCxn id="80" idx="2"/>
            <a:endCxn id="88" idx="3"/>
          </p:cNvCxnSpPr>
          <p:nvPr/>
        </p:nvCxnSpPr>
        <p:spPr>
          <a:xfrm flipH="1">
            <a:off x="9096848" y="2231231"/>
            <a:ext cx="1812016" cy="443687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0A1C892-FB43-A4F6-A901-756755BAB9AB}"/>
              </a:ext>
            </a:extLst>
          </p:cNvPr>
          <p:cNvSpPr/>
          <p:nvPr/>
        </p:nvSpPr>
        <p:spPr>
          <a:xfrm>
            <a:off x="8141107" y="2564464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Email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32648B45-400D-E03F-C5EA-231D9BEC9B8D}"/>
              </a:ext>
            </a:extLst>
          </p:cNvPr>
          <p:cNvSpPr/>
          <p:nvPr/>
        </p:nvSpPr>
        <p:spPr>
          <a:xfrm>
            <a:off x="9964994" y="3487558"/>
            <a:ext cx="412494" cy="209614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rgbClr val="3374A9"/>
              </a:solidFill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0A1E8F89-83E9-590E-1CCA-1681B80E1FBE}"/>
              </a:ext>
            </a:extLst>
          </p:cNvPr>
          <p:cNvCxnSpPr>
            <a:cxnSpLocks/>
            <a:stCxn id="100" idx="3"/>
          </p:cNvCxnSpPr>
          <p:nvPr/>
        </p:nvCxnSpPr>
        <p:spPr>
          <a:xfrm flipV="1">
            <a:off x="10377488" y="3586719"/>
            <a:ext cx="1007681" cy="5646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6404143C-3FEE-CD00-77C7-FADD0BE27F90}"/>
              </a:ext>
            </a:extLst>
          </p:cNvPr>
          <p:cNvSpPr/>
          <p:nvPr/>
        </p:nvSpPr>
        <p:spPr>
          <a:xfrm>
            <a:off x="11385169" y="3476266"/>
            <a:ext cx="707293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CB0897B-0E0B-17CB-6A5F-9EB86067A6BF}"/>
              </a:ext>
            </a:extLst>
          </p:cNvPr>
          <p:cNvSpPr/>
          <p:nvPr/>
        </p:nvSpPr>
        <p:spPr>
          <a:xfrm>
            <a:off x="9964994" y="3774161"/>
            <a:ext cx="412494" cy="209614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rgbClr val="3374A9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B8BD88B-C188-979C-8A84-09E12D47B441}"/>
              </a:ext>
            </a:extLst>
          </p:cNvPr>
          <p:cNvCxnSpPr>
            <a:cxnSpLocks/>
            <a:stCxn id="110" idx="3"/>
          </p:cNvCxnSpPr>
          <p:nvPr/>
        </p:nvCxnSpPr>
        <p:spPr>
          <a:xfrm flipV="1">
            <a:off x="10377488" y="3873322"/>
            <a:ext cx="1007681" cy="5646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F6B0B40B-E3FF-280B-9B19-A48738FA64EC}"/>
              </a:ext>
            </a:extLst>
          </p:cNvPr>
          <p:cNvSpPr/>
          <p:nvPr/>
        </p:nvSpPr>
        <p:spPr>
          <a:xfrm>
            <a:off x="11385169" y="3762869"/>
            <a:ext cx="707293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E8D0A32-16DB-945E-F8A6-6B3B2FDBB28E}"/>
              </a:ext>
            </a:extLst>
          </p:cNvPr>
          <p:cNvSpPr/>
          <p:nvPr/>
        </p:nvSpPr>
        <p:spPr>
          <a:xfrm>
            <a:off x="9964994" y="4053367"/>
            <a:ext cx="412494" cy="209614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rgbClr val="3374A9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5EABD976-8548-A679-391B-89B7CA09023B}"/>
              </a:ext>
            </a:extLst>
          </p:cNvPr>
          <p:cNvCxnSpPr>
            <a:cxnSpLocks/>
            <a:stCxn id="113" idx="3"/>
            <a:endCxn id="115" idx="1"/>
          </p:cNvCxnSpPr>
          <p:nvPr/>
        </p:nvCxnSpPr>
        <p:spPr>
          <a:xfrm flipV="1">
            <a:off x="10377488" y="4152528"/>
            <a:ext cx="759233" cy="5646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B9EB3A54-1C07-C73E-93C4-C696550EEAEE}"/>
              </a:ext>
            </a:extLst>
          </p:cNvPr>
          <p:cNvSpPr/>
          <p:nvPr/>
        </p:nvSpPr>
        <p:spPr>
          <a:xfrm>
            <a:off x="11136721" y="4042075"/>
            <a:ext cx="955741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27" name="Connector: Curved 126">
            <a:extLst>
              <a:ext uri="{FF2B5EF4-FFF2-40B4-BE49-F238E27FC236}">
                <a16:creationId xmlns:a16="http://schemas.microsoft.com/office/drawing/2014/main" id="{E94216F4-0935-4143-B3DF-E1C5E0AD5361}"/>
              </a:ext>
            </a:extLst>
          </p:cNvPr>
          <p:cNvCxnSpPr>
            <a:stCxn id="25" idx="0"/>
          </p:cNvCxnSpPr>
          <p:nvPr/>
        </p:nvCxnSpPr>
        <p:spPr>
          <a:xfrm rot="16200000" flipV="1">
            <a:off x="9840372" y="1082281"/>
            <a:ext cx="105392" cy="1592433"/>
          </a:xfrm>
          <a:prstGeom prst="curvedConnector2">
            <a:avLst/>
          </a:prstGeom>
          <a:ln w="9525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965498F-EAC2-4619-A4B2-09D222CDB5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1"/>
            <a:ext cx="9720000" cy="546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166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38AD11C8-7E43-D1FA-BDB5-C74B4033E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301" y="1098551"/>
            <a:ext cx="5724900" cy="536210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7725EA-1844-1485-0316-C5BB22DF4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557" y="1098000"/>
            <a:ext cx="5758755" cy="536210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2932498" y="2072323"/>
            <a:ext cx="1453275" cy="142875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318487-E602-2D18-D75F-F368DEDBCEC6}"/>
              </a:ext>
            </a:extLst>
          </p:cNvPr>
          <p:cNvSpPr/>
          <p:nvPr/>
        </p:nvSpPr>
        <p:spPr>
          <a:xfrm>
            <a:off x="2968706" y="2262011"/>
            <a:ext cx="376950" cy="116821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FBE64-58D6-6273-5892-C6711A4FC6F7}"/>
              </a:ext>
            </a:extLst>
          </p:cNvPr>
          <p:cNvSpPr/>
          <p:nvPr/>
        </p:nvSpPr>
        <p:spPr>
          <a:xfrm>
            <a:off x="2428877" y="1995487"/>
            <a:ext cx="436122" cy="430657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BA5947-5881-880C-2073-B44C43CE4434}"/>
              </a:ext>
            </a:extLst>
          </p:cNvPr>
          <p:cNvSpPr/>
          <p:nvPr/>
        </p:nvSpPr>
        <p:spPr>
          <a:xfrm>
            <a:off x="8901777" y="2101549"/>
            <a:ext cx="1861473" cy="403526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D81EE8-5F74-757A-0D4A-0A9426451F16}"/>
              </a:ext>
            </a:extLst>
          </p:cNvPr>
          <p:cNvSpPr/>
          <p:nvPr/>
        </p:nvSpPr>
        <p:spPr>
          <a:xfrm>
            <a:off x="8901776" y="2597944"/>
            <a:ext cx="1861473" cy="403526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7F3805-02F1-B0EA-63F3-1FED02509B85}"/>
              </a:ext>
            </a:extLst>
          </p:cNvPr>
          <p:cNvSpPr/>
          <p:nvPr/>
        </p:nvSpPr>
        <p:spPr>
          <a:xfrm>
            <a:off x="8901775" y="3094339"/>
            <a:ext cx="1861473" cy="403526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6F2D41-536C-5C62-5A28-8A363FA1D3C5}"/>
              </a:ext>
            </a:extLst>
          </p:cNvPr>
          <p:cNvSpPr/>
          <p:nvPr/>
        </p:nvSpPr>
        <p:spPr>
          <a:xfrm>
            <a:off x="8901774" y="3590733"/>
            <a:ext cx="1861473" cy="557405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E121B4-E1ED-A542-7DBB-F49BE7380321}"/>
              </a:ext>
            </a:extLst>
          </p:cNvPr>
          <p:cNvSpPr/>
          <p:nvPr/>
        </p:nvSpPr>
        <p:spPr>
          <a:xfrm>
            <a:off x="2326481" y="3231074"/>
            <a:ext cx="2138364" cy="808217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B8EED4-573E-4D59-8CDF-352AF9A01D74}"/>
              </a:ext>
            </a:extLst>
          </p:cNvPr>
          <p:cNvSpPr/>
          <p:nvPr/>
        </p:nvSpPr>
        <p:spPr>
          <a:xfrm>
            <a:off x="2326480" y="4651059"/>
            <a:ext cx="3250407" cy="785336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772F40-7366-FE51-70FA-16D7255527FE}"/>
              </a:ext>
            </a:extLst>
          </p:cNvPr>
          <p:cNvSpPr/>
          <p:nvPr/>
        </p:nvSpPr>
        <p:spPr>
          <a:xfrm>
            <a:off x="5050631" y="4971859"/>
            <a:ext cx="461963" cy="140686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644EFC-1875-F1A5-5C60-2EAFC116C465}"/>
              </a:ext>
            </a:extLst>
          </p:cNvPr>
          <p:cNvSpPr/>
          <p:nvPr/>
        </p:nvSpPr>
        <p:spPr>
          <a:xfrm>
            <a:off x="2321361" y="4343260"/>
            <a:ext cx="1772008" cy="161553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D17F9BF-C8C3-97EF-5322-14D7AA2EBB8E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659136" y="1736051"/>
            <a:ext cx="0" cy="336272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68F7E03-08F2-A6C5-C64D-E2C7ECE48891}"/>
              </a:ext>
            </a:extLst>
          </p:cNvPr>
          <p:cNvSpPr/>
          <p:nvPr/>
        </p:nvSpPr>
        <p:spPr>
          <a:xfrm>
            <a:off x="2415348" y="1515144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E1C2835-F2B7-5083-208B-D8E53DE963D8}"/>
              </a:ext>
            </a:extLst>
          </p:cNvPr>
          <p:cNvSpPr/>
          <p:nvPr/>
        </p:nvSpPr>
        <p:spPr>
          <a:xfrm>
            <a:off x="1243479" y="2099514"/>
            <a:ext cx="83896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00AC00D-F8D4-8B3D-FB2A-048975EA6091}"/>
              </a:ext>
            </a:extLst>
          </p:cNvPr>
          <p:cNvCxnSpPr>
            <a:cxnSpLocks/>
            <a:stCxn id="12" idx="1"/>
            <a:endCxn id="42" idx="3"/>
          </p:cNvCxnSpPr>
          <p:nvPr/>
        </p:nvCxnSpPr>
        <p:spPr>
          <a:xfrm flipH="1" flipV="1">
            <a:off x="2082439" y="2209968"/>
            <a:ext cx="346438" cy="848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2B23861C-4655-78E0-0E30-52B3BEB0DAF5}"/>
              </a:ext>
            </a:extLst>
          </p:cNvPr>
          <p:cNvSpPr/>
          <p:nvPr/>
        </p:nvSpPr>
        <p:spPr>
          <a:xfrm>
            <a:off x="2415348" y="2559602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BillingPlan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048A194-6B2E-AA98-8976-62654779A5A0}"/>
              </a:ext>
            </a:extLst>
          </p:cNvPr>
          <p:cNvSpPr/>
          <p:nvPr/>
        </p:nvSpPr>
        <p:spPr>
          <a:xfrm>
            <a:off x="4494275" y="250507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57A9692-3DB2-538D-5D05-1C276AB1855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3157181" y="2378832"/>
            <a:ext cx="0" cy="180770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F30E39-17EA-399D-4763-2B45E77B6450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3826670" y="2321668"/>
            <a:ext cx="667605" cy="293860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FA14374-E12B-B22E-FA09-0C9D6891018B}"/>
              </a:ext>
            </a:extLst>
          </p:cNvPr>
          <p:cNvSpPr/>
          <p:nvPr/>
        </p:nvSpPr>
        <p:spPr>
          <a:xfrm>
            <a:off x="3395664" y="2267043"/>
            <a:ext cx="431006" cy="109250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838F71-3E05-D1AC-5DEA-248C21F0C19E}"/>
              </a:ext>
            </a:extLst>
          </p:cNvPr>
          <p:cNvSpPr/>
          <p:nvPr/>
        </p:nvSpPr>
        <p:spPr>
          <a:xfrm>
            <a:off x="2326480" y="2926755"/>
            <a:ext cx="918370" cy="167584"/>
          </a:xfrm>
          <a:prstGeom prst="rect">
            <a:avLst/>
          </a:prstGeom>
          <a:noFill/>
          <a:ln w="1270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187638D-2D58-95AF-5480-09679A68DFBC}"/>
              </a:ext>
            </a:extLst>
          </p:cNvPr>
          <p:cNvSpPr/>
          <p:nvPr/>
        </p:nvSpPr>
        <p:spPr>
          <a:xfrm>
            <a:off x="4494275" y="2891016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0C59245-2CC9-BC28-51EB-9AC1D195F50A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 flipV="1">
            <a:off x="3244850" y="3001470"/>
            <a:ext cx="1249425" cy="9077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73E6A8C-D54C-EFF5-3D89-54A32CB845E5}"/>
              </a:ext>
            </a:extLst>
          </p:cNvPr>
          <p:cNvSpPr/>
          <p:nvPr/>
        </p:nvSpPr>
        <p:spPr>
          <a:xfrm>
            <a:off x="929784" y="511254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0A76A36-C129-1169-3A53-CEC38D40BBCD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2042496" y="4424037"/>
            <a:ext cx="278865" cy="688508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EB284E32-EB2B-3EB8-C104-D3E27D574F78}"/>
              </a:ext>
            </a:extLst>
          </p:cNvPr>
          <p:cNvSpPr/>
          <p:nvPr/>
        </p:nvSpPr>
        <p:spPr>
          <a:xfrm>
            <a:off x="4464175" y="5764340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9CD57B8-9528-1560-6379-1BBCE3308E0D}"/>
              </a:ext>
            </a:extLst>
          </p:cNvPr>
          <p:cNvCxnSpPr>
            <a:cxnSpLocks/>
            <a:stCxn id="32" idx="2"/>
            <a:endCxn id="78" idx="1"/>
          </p:cNvCxnSpPr>
          <p:nvPr/>
        </p:nvCxnSpPr>
        <p:spPr>
          <a:xfrm>
            <a:off x="3951684" y="5436395"/>
            <a:ext cx="512491" cy="438399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5D3D800-CD8B-AC6C-0D85-A12187861F73}"/>
              </a:ext>
            </a:extLst>
          </p:cNvPr>
          <p:cNvCxnSpPr>
            <a:cxnSpLocks/>
            <a:stCxn id="85" idx="6"/>
          </p:cNvCxnSpPr>
          <p:nvPr/>
        </p:nvCxnSpPr>
        <p:spPr>
          <a:xfrm>
            <a:off x="4345782" y="2147041"/>
            <a:ext cx="4340488" cy="9593"/>
          </a:xfrm>
          <a:prstGeom prst="straightConnector1">
            <a:avLst/>
          </a:prstGeom>
          <a:ln w="9525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ACB2A77E-6D1C-3982-2ED1-ABB575F8E3F3}"/>
              </a:ext>
            </a:extLst>
          </p:cNvPr>
          <p:cNvSpPr/>
          <p:nvPr/>
        </p:nvSpPr>
        <p:spPr>
          <a:xfrm>
            <a:off x="4188852" y="2072323"/>
            <a:ext cx="156930" cy="149435"/>
          </a:xfrm>
          <a:prstGeom prst="ellipse">
            <a:avLst/>
          </a:prstGeom>
          <a:noFill/>
          <a:ln w="1270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07DEFC76-6756-F633-A784-A236125E5F65}"/>
              </a:ext>
            </a:extLst>
          </p:cNvPr>
          <p:cNvSpPr/>
          <p:nvPr/>
        </p:nvSpPr>
        <p:spPr>
          <a:xfrm>
            <a:off x="8686271" y="1995487"/>
            <a:ext cx="2197630" cy="2666161"/>
          </a:xfrm>
          <a:prstGeom prst="rect">
            <a:avLst/>
          </a:prstGeom>
          <a:noFill/>
          <a:ln w="1270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93578D4-AE78-87A9-FB61-9472C8B26D30}"/>
              </a:ext>
            </a:extLst>
          </p:cNvPr>
          <p:cNvSpPr/>
          <p:nvPr/>
        </p:nvSpPr>
        <p:spPr>
          <a:xfrm>
            <a:off x="10699749" y="1625597"/>
            <a:ext cx="1385889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AF44D8EE-01C9-BC72-4135-49FE78D166AD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9832514" y="1727230"/>
            <a:ext cx="867235" cy="374319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C9B7B515-4392-292F-C8C1-077EA81E6555}"/>
              </a:ext>
            </a:extLst>
          </p:cNvPr>
          <p:cNvSpPr/>
          <p:nvPr/>
        </p:nvSpPr>
        <p:spPr>
          <a:xfrm>
            <a:off x="11095037" y="2232566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ShortName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01B52984-5930-47C7-226A-8BE21F3D5F34}"/>
              </a:ext>
            </a:extLst>
          </p:cNvPr>
          <p:cNvCxnSpPr>
            <a:cxnSpLocks/>
            <a:stCxn id="24" idx="3"/>
            <a:endCxn id="175" idx="1"/>
          </p:cNvCxnSpPr>
          <p:nvPr/>
        </p:nvCxnSpPr>
        <p:spPr>
          <a:xfrm flipV="1">
            <a:off x="10763249" y="2343020"/>
            <a:ext cx="331788" cy="456687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3F5B3590-86CA-4F38-7213-8BE2EEC44ACE}"/>
              </a:ext>
            </a:extLst>
          </p:cNvPr>
          <p:cNvSpPr/>
          <p:nvPr/>
        </p:nvSpPr>
        <p:spPr>
          <a:xfrm>
            <a:off x="11095037" y="2756485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Website</a:t>
            </a:r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18681F29-4B3B-9151-026C-54BD6373547E}"/>
              </a:ext>
            </a:extLst>
          </p:cNvPr>
          <p:cNvCxnSpPr>
            <a:cxnSpLocks/>
            <a:stCxn id="26" idx="3"/>
            <a:endCxn id="179" idx="1"/>
          </p:cNvCxnSpPr>
          <p:nvPr/>
        </p:nvCxnSpPr>
        <p:spPr>
          <a:xfrm flipV="1">
            <a:off x="10763248" y="2866939"/>
            <a:ext cx="331789" cy="429163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A75658F0-0EFA-B663-E716-C0EAAE260E02}"/>
              </a:ext>
            </a:extLst>
          </p:cNvPr>
          <p:cNvSpPr/>
          <p:nvPr/>
        </p:nvSpPr>
        <p:spPr>
          <a:xfrm>
            <a:off x="11103146" y="3358302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25F08D8-5F1D-C7DC-3F46-30E7A7577182}"/>
              </a:ext>
            </a:extLst>
          </p:cNvPr>
          <p:cNvCxnSpPr>
            <a:cxnSpLocks/>
            <a:endCxn id="182" idx="1"/>
          </p:cNvCxnSpPr>
          <p:nvPr/>
        </p:nvCxnSpPr>
        <p:spPr>
          <a:xfrm flipV="1">
            <a:off x="10771357" y="3468756"/>
            <a:ext cx="331789" cy="429163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36A97B-CDD5-8F21-CD0D-05D78E9A604E}"/>
              </a:ext>
            </a:extLst>
          </p:cNvPr>
          <p:cNvSpPr/>
          <p:nvPr/>
        </p:nvSpPr>
        <p:spPr>
          <a:xfrm>
            <a:off x="4494275" y="4157492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982616-458A-847B-EC74-CF739C250D70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4955709" y="4367236"/>
            <a:ext cx="325904" cy="604623"/>
          </a:xfrm>
          <a:prstGeom prst="straightConnector1">
            <a:avLst/>
          </a:prstGeom>
          <a:ln w="9525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C574FB-0391-44B6-B498-71912E982A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10125165" cy="5391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9438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00DDA15-7B17-44B8-9EBC-582E8E7484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08834"/>
            <a:ext cx="10500487" cy="5297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459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6445207-60FC-42C3-AF08-B9BBFDED9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1"/>
            <a:ext cx="10493667" cy="52080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4155B-2D75-4EAC-A99A-1DB4AE22A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6408" y="984878"/>
            <a:ext cx="8438624" cy="52898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FFCF48-4FAA-41FC-945E-9CEC0C883A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99" y="979942"/>
            <a:ext cx="4344006" cy="504895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C75EE46-9EE1-4D75-BA92-11F19C65EF6B}"/>
              </a:ext>
            </a:extLst>
          </p:cNvPr>
          <p:cNvSpPr/>
          <p:nvPr/>
        </p:nvSpPr>
        <p:spPr>
          <a:xfrm>
            <a:off x="3506772" y="1098000"/>
            <a:ext cx="810705" cy="297167"/>
          </a:xfrm>
          <a:prstGeom prst="rect">
            <a:avLst/>
          </a:prstGeom>
          <a:noFill/>
          <a:ln w="19050"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b="1" dirty="0" err="1">
              <a:solidFill>
                <a:schemeClr val="bg1"/>
              </a:solidFill>
              <a:highlight>
                <a:srgbClr val="FFFF00"/>
              </a:highlight>
            </a:endParaRP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EDA4071-1E3A-44FE-A243-0A1FD475BA45}"/>
              </a:ext>
            </a:extLst>
          </p:cNvPr>
          <p:cNvCxnSpPr>
            <a:stCxn id="11" idx="3"/>
          </p:cNvCxnSpPr>
          <p:nvPr/>
        </p:nvCxnSpPr>
        <p:spPr>
          <a:xfrm>
            <a:off x="4317477" y="1246584"/>
            <a:ext cx="688156" cy="238253"/>
          </a:xfrm>
          <a:prstGeom prst="straightConnector1">
            <a:avLst/>
          </a:prstGeom>
          <a:ln w="28575">
            <a:solidFill>
              <a:srgbClr val="FFFF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34027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AB2C88C-74FC-475F-ADAD-5573DB8BF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5290" y="1098000"/>
            <a:ext cx="7241420" cy="5232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7591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AD3BD3C-B921-4DC3-A432-5AA9102DF2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924060"/>
            <a:ext cx="10521947" cy="5286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669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D2C102B-1F0E-492B-A597-1B054CCBBE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0"/>
            <a:ext cx="10574052" cy="4965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7219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E99358D-B053-4BEB-8F82-6909816A8D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9137"/>
            <a:ext cx="10424423" cy="465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858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CF12745-46EC-4BBE-A629-B298847B8E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8" y="1097999"/>
            <a:ext cx="9909035" cy="5598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519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1C6D64-7538-4BFE-B03F-674CBD5D7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" y="1098000"/>
            <a:ext cx="9720000" cy="5500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0308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4687826-D986-49C9-BC26-36962C9808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999" y="1098000"/>
            <a:ext cx="9720000" cy="546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5255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47" name="think-cell Slide" r:id="rId5" imgW="306" imgH="306" progId="TCLayout.ActiveDocument.1">
                  <p:embed/>
                </p:oleObj>
              </mc:Choice>
              <mc:Fallback>
                <p:oleObj name="think-cell Slide" r:id="rId5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7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841D12F-B135-4159-C169-DE452BDD33EB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3398055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2771"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841D12F-B135-4159-C169-DE452BDD33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" name="Group 37">
            <a:extLst>
              <a:ext uri="{FF2B5EF4-FFF2-40B4-BE49-F238E27FC236}">
                <a16:creationId xmlns:a16="http://schemas.microsoft.com/office/drawing/2014/main" id="{E140A25A-DF6B-4204-A597-8B53E195249D}"/>
              </a:ext>
            </a:extLst>
          </p:cNvPr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60" name="Rechteck 11">
              <a:extLst>
                <a:ext uri="{FF2B5EF4-FFF2-40B4-BE49-F238E27FC236}">
                  <a16:creationId xmlns:a16="http://schemas.microsoft.com/office/drawing/2014/main" id="{66BFFB58-8FD5-7D03-C728-2693A7416F77}"/>
                </a:ext>
              </a:extLst>
            </p:cNvPr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D78C778-0E33-31FE-6EFA-63365FFCE0B0}"/>
                </a:ext>
              </a:extLst>
            </p:cNvPr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05709E5-1E8C-E8CE-BA52-63EA8868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</p:spPr>
        </p:pic>
      </p:grpSp>
      <p:sp>
        <p:nvSpPr>
          <p:cNvPr id="8" name="Title 7">
            <a:extLst>
              <a:ext uri="{FF2B5EF4-FFF2-40B4-BE49-F238E27FC236}">
                <a16:creationId xmlns:a16="http://schemas.microsoft.com/office/drawing/2014/main" id="{FD0790F1-7C15-85DF-E10C-820E24E9A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bbv Master layouts &amp; slide library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07A0ADF-C71F-7A34-664B-C9837DE80F58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8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00" b="1" kern="1200" spc="40">
                <a:solidFill>
                  <a:schemeClr val="bg1"/>
                </a:solidFill>
                <a:cs typeface="Arial" panose="020B0604020202020204" pitchFamily="34" charset="0"/>
              </a:rPr>
              <a:t>Insert new slide</a:t>
            </a:r>
          </a:p>
        </p:txBody>
      </p:sp>
      <p:sp>
        <p:nvSpPr>
          <p:cNvPr id="4" name="Rechteck 13">
            <a:extLst>
              <a:ext uri="{FF2B5EF4-FFF2-40B4-BE49-F238E27FC236}">
                <a16:creationId xmlns:a16="http://schemas.microsoft.com/office/drawing/2014/main" id="{3B89209E-4589-13C1-1A01-2A27C42F2E8B}"/>
              </a:ext>
            </a:extLst>
          </p:cNvPr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Click on «New Slide»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FA896A9-75E3-CF28-5EFA-F860576C746A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7" name="Rechteck 13">
            <a:extLst>
              <a:ext uri="{FF2B5EF4-FFF2-40B4-BE49-F238E27FC236}">
                <a16:creationId xmlns:a16="http://schemas.microsoft.com/office/drawing/2014/main" id="{EBC95599-CBA1-4453-B6BD-FE23F06D949A}"/>
              </a:ext>
            </a:extLst>
          </p:cNvPr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Select layout</a:t>
            </a:r>
          </a:p>
          <a:p>
            <a:pPr algn="ctr"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Choose the desired layout from the pre-programmed master layouts.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72304DA0-924A-DB02-67DE-E6FB6B6A18B7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" name="Rechteck 13">
            <a:extLst>
              <a:ext uri="{FF2B5EF4-FFF2-40B4-BE49-F238E27FC236}">
                <a16:creationId xmlns:a16="http://schemas.microsoft.com/office/drawing/2014/main" id="{FF2255DC-5F79-8DC2-B761-1D7099A50917}"/>
              </a:ext>
            </a:extLst>
          </p:cNvPr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Or select layout from slide library</a:t>
            </a:r>
          </a:p>
        </p:txBody>
      </p:sp>
      <p:sp>
        <p:nvSpPr>
          <p:cNvPr id="21" name="Textplatzhalter 2">
            <a:extLst>
              <a:ext uri="{FF2B5EF4-FFF2-40B4-BE49-F238E27FC236}">
                <a16:creationId xmlns:a16="http://schemas.microsoft.com/office/drawing/2014/main" id="{A612A30E-E4D4-7DA6-B1CD-62C76EA1BBDE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GB" sz="1800">
              <a:solidFill>
                <a:prstClr val="white"/>
              </a:solidFill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94">
            <a:extLst>
              <a:ext uri="{FF2B5EF4-FFF2-40B4-BE49-F238E27FC236}">
                <a16:creationId xmlns:a16="http://schemas.microsoft.com/office/drawing/2014/main" id="{600C8158-7970-68D0-E564-9286CE57AF73}"/>
              </a:ext>
            </a:extLst>
          </p:cNvPr>
          <p:cNvCxnSpPr>
            <a:cxnSpLocks/>
          </p:cNvCxnSpPr>
          <p:nvPr/>
        </p:nvCxnSpPr>
        <p:spPr bwMode="auto">
          <a:xfrm flipH="1">
            <a:off x="3025123" y="4015522"/>
            <a:ext cx="82800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94">
            <a:extLst>
              <a:ext uri="{FF2B5EF4-FFF2-40B4-BE49-F238E27FC236}">
                <a16:creationId xmlns:a16="http://schemas.microsoft.com/office/drawing/2014/main" id="{399D6B8C-70D2-0771-4A64-11C150251EB3}"/>
              </a:ext>
            </a:extLst>
          </p:cNvPr>
          <p:cNvCxnSpPr>
            <a:cxnSpLocks/>
          </p:cNvCxnSpPr>
          <p:nvPr/>
        </p:nvCxnSpPr>
        <p:spPr bwMode="auto">
          <a:xfrm flipV="1">
            <a:off x="3025123" y="3612089"/>
            <a:ext cx="0" cy="806866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4A6FAE0-CE55-558F-3770-DADDC918E9DC}"/>
              </a:ext>
            </a:extLst>
          </p:cNvPr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25C695CD-F4D3-B5D6-CC21-4947CEDC371D}"/>
                </a:ext>
              </a:extLst>
            </p:cNvPr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D01EDA7-3A65-7418-833F-DDAC448B0812}"/>
                </a:ext>
              </a:extLst>
            </p:cNvPr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433C84E-3670-660D-0B6D-67F1811E6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4145823-376A-9FB6-2137-BC07CEAFD637}"/>
                  </a:ext>
                </a:extLst>
              </p:cNvPr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5064DA42-DF09-BBE6-6A77-D2D92C100BA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1</a:t>
                </a: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1E9E50D-7719-B2AE-6C2F-6F05036464CC}"/>
              </a:ext>
            </a:extLst>
          </p:cNvPr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25" name="Rechteck 11">
              <a:extLst>
                <a:ext uri="{FF2B5EF4-FFF2-40B4-BE49-F238E27FC236}">
                  <a16:creationId xmlns:a16="http://schemas.microsoft.com/office/drawing/2014/main" id="{55704649-5C21-96CF-504B-48F20679D37B}"/>
                </a:ext>
              </a:extLst>
            </p:cNvPr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A817715-965A-F94A-2E07-67B11E6E2927}"/>
                </a:ext>
              </a:extLst>
            </p:cNvPr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22C3C041-DAE2-78DD-E7BF-C0D86E5D5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481AE7A-6640-B3C7-115A-E468ECA62952}"/>
                  </a:ext>
                </a:extLst>
              </p:cNvPr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30" name="Textplatzhalter 2">
                <a:extLst>
                  <a:ext uri="{FF2B5EF4-FFF2-40B4-BE49-F238E27FC236}">
                    <a16:creationId xmlns:a16="http://schemas.microsoft.com/office/drawing/2014/main" id="{0A95A5DF-67E4-0D20-273A-BB428179FB2E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9528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CFD4542-45ED-720C-8ACF-AD962074A42C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6036141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3795"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CFD4542-45ED-720C-8ACF-AD962074A4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hteck 13">
            <a:extLst>
              <a:ext uri="{FF2B5EF4-FFF2-40B4-BE49-F238E27FC236}">
                <a16:creationId xmlns:a16="http://schemas.microsoft.com/office/drawing/2014/main" id="{6F12B9C0-DE97-B8F1-9BD1-CDC1F881498C}"/>
              </a:ext>
            </a:extLst>
          </p:cNvPr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Insert original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Copy slide in original presentation with Ctrl+C.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 the target presentation, select the slide after which the original slide is to be inserted.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in the tab «Home / Paste / Use Destination Theme».</a:t>
            </a:r>
          </a:p>
        </p:txBody>
      </p:sp>
      <p:sp>
        <p:nvSpPr>
          <p:cNvPr id="57" name="Rechteck 13">
            <a:extLst>
              <a:ext uri="{FF2B5EF4-FFF2-40B4-BE49-F238E27FC236}">
                <a16:creationId xmlns:a16="http://schemas.microsoft.com/office/drawing/2014/main" id="{413AE714-D606-F5FC-7C9C-CAB2AADE0305}"/>
              </a:ext>
            </a:extLst>
          </p:cNvPr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Assign slide layout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inserted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desired layout in the tab «Home / Layout».</a:t>
            </a:r>
          </a:p>
        </p:txBody>
      </p:sp>
      <p:sp>
        <p:nvSpPr>
          <p:cNvPr id="58" name="Rechteck 13">
            <a:extLst>
              <a:ext uri="{FF2B5EF4-FFF2-40B4-BE49-F238E27FC236}">
                <a16:creationId xmlns:a16="http://schemas.microsoft.com/office/drawing/2014/main" id="{09437636-12D5-9F3F-EBAD-EFFE9239E6A3}"/>
              </a:ext>
            </a:extLst>
          </p:cNvPr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Adjust slide manually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Check all slide contents such as text blocks, images, etc. for position and size and manually adjust them to the new layout grid.</a:t>
            </a:r>
          </a:p>
        </p:txBody>
      </p:sp>
      <p:sp>
        <p:nvSpPr>
          <p:cNvPr id="59" name="Rechteck 13">
            <a:extLst>
              <a:ext uri="{FF2B5EF4-FFF2-40B4-BE49-F238E27FC236}">
                <a16:creationId xmlns:a16="http://schemas.microsoft.com/office/drawing/2014/main" id="{AA38C107-AE0F-D797-3F89-D09E50D2266F}"/>
              </a:ext>
            </a:extLst>
          </p:cNvPr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Check design</a:t>
            </a:r>
          </a:p>
          <a:p>
            <a:pPr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Independently check: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Font type, sizes and font colours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Colours of graphic elements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Text alignment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Coherence of the overall picture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F6977D-70CC-5A99-A04C-A6FF969B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Transfer of existing slides into the new Master</a:t>
            </a:r>
          </a:p>
        </p:txBody>
      </p:sp>
      <p:sp>
        <p:nvSpPr>
          <p:cNvPr id="26" name="Textplatzhalter 2">
            <a:extLst>
              <a:ext uri="{FF2B5EF4-FFF2-40B4-BE49-F238E27FC236}">
                <a16:creationId xmlns:a16="http://schemas.microsoft.com/office/drawing/2014/main" id="{B44F42DF-D404-5AAD-039D-CFD21374E730}"/>
              </a:ext>
            </a:extLst>
          </p:cNvPr>
          <p:cNvSpPr txBox="1">
            <a:spLocks noChangeAspect="1"/>
          </p:cNvSpPr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7" name="Textplatzhalter 2">
            <a:extLst>
              <a:ext uri="{FF2B5EF4-FFF2-40B4-BE49-F238E27FC236}">
                <a16:creationId xmlns:a16="http://schemas.microsoft.com/office/drawing/2014/main" id="{EF392E57-185E-3B94-453A-FB974D183063}"/>
              </a:ext>
            </a:extLst>
          </p:cNvPr>
          <p:cNvSpPr txBox="1">
            <a:spLocks noChangeAspect="1"/>
          </p:cNvSpPr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20477EC5-FF6C-7C83-A777-56643796CF4B}"/>
              </a:ext>
            </a:extLst>
          </p:cNvPr>
          <p:cNvSpPr txBox="1">
            <a:spLocks noChangeAspect="1"/>
          </p:cNvSpPr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62567B12-E59D-A63D-3499-E0DB4A2F9EC3}"/>
              </a:ext>
            </a:extLst>
          </p:cNvPr>
          <p:cNvSpPr txBox="1">
            <a:spLocks noChangeAspect="1"/>
          </p:cNvSpPr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B7D4B34-98C7-094B-C2B0-C92D00376F3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00" y="4230000"/>
            <a:ext cx="1598065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60B5F9D-4396-18A6-2404-1D3B8694D21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200" y="5400000"/>
            <a:ext cx="1608771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DAB675E2-ACA1-1243-028D-65C37B4CB32A}"/>
              </a:ext>
            </a:extLst>
          </p:cNvPr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64" name="Gerade Verbindung mit Pfeil 94">
              <a:extLst>
                <a:ext uri="{FF2B5EF4-FFF2-40B4-BE49-F238E27FC236}">
                  <a16:creationId xmlns:a16="http://schemas.microsoft.com/office/drawing/2014/main" id="{D9C64834-3692-F4E5-1C86-3CF07C10B95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94">
              <a:extLst>
                <a:ext uri="{FF2B5EF4-FFF2-40B4-BE49-F238E27FC236}">
                  <a16:creationId xmlns:a16="http://schemas.microsoft.com/office/drawing/2014/main" id="{6B9B53DD-B453-72D6-B93C-1BB1B797327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Shape 161">
            <a:extLst>
              <a:ext uri="{FF2B5EF4-FFF2-40B4-BE49-F238E27FC236}">
                <a16:creationId xmlns:a16="http://schemas.microsoft.com/office/drawing/2014/main" id="{ED119C18-4B87-185E-9384-69A9CEB4482B}"/>
              </a:ext>
            </a:extLst>
          </p:cNvPr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 w="38100">
            <a:noFill/>
            <a:prstDash val="solid"/>
          </a:ln>
          <a:effectLst/>
        </p:spPr>
        <p:txBody>
          <a:bodyPr wrap="square" lIns="144000" tIns="144000" rIns="144000" bIns="144000" anchor="ctr" anchorCtr="0">
            <a:spAutoFit/>
          </a:bodyPr>
          <a:lstStyle/>
          <a:p>
            <a:pPr algn="ctr"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 b="1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Important:</a:t>
            </a:r>
          </a:p>
          <a:p>
            <a:pPr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When transferring existing slides, always carry out all four steps.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D913DA6-BDCB-D3A3-44D9-43B66D64C9FB}"/>
              </a:ext>
            </a:extLst>
          </p:cNvPr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" name="Rechteck 11">
              <a:extLst>
                <a:ext uri="{FF2B5EF4-FFF2-40B4-BE49-F238E27FC236}">
                  <a16:creationId xmlns:a16="http://schemas.microsoft.com/office/drawing/2014/main" id="{2786B73F-B8C5-6D9A-5242-076CBC2CDC86}"/>
                </a:ext>
              </a:extLst>
            </p:cNvPr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BA93B92-6A2E-D4FF-5C92-8D154DBD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A83831-119F-D496-C3A7-D6D87FC21A56}"/>
                </a:ext>
              </a:extLst>
            </p:cNvPr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E75FD5E-4E97-F443-9705-1D724BDDA8CA}"/>
                </a:ext>
              </a:extLst>
            </p:cNvPr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D25C27C-65CA-2D1C-4D05-9F62A4390A8A}"/>
              </a:ext>
            </a:extLst>
          </p:cNvPr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24" name="Rechteck 11">
              <a:extLst>
                <a:ext uri="{FF2B5EF4-FFF2-40B4-BE49-F238E27FC236}">
                  <a16:creationId xmlns:a16="http://schemas.microsoft.com/office/drawing/2014/main" id="{53732B19-7779-46D6-05DC-60D449D6CD5B}"/>
                </a:ext>
              </a:extLst>
            </p:cNvPr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B1F94D9-2754-8E35-D7A2-EF3BEE5FBB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4695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BFEB46-9CBE-7920-EE9D-A816C91F6324}"/>
                </a:ext>
              </a:extLst>
            </p:cNvPr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C2C9070-4AA8-A941-42F4-40B4B0DD0616}"/>
                </a:ext>
              </a:extLst>
            </p:cNvPr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17A6D1A-1C77-31FE-616D-A7F91DAD90A5}"/>
                </a:ext>
              </a:extLst>
            </p:cNvPr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6936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01EC3D-F2BF-F4E4-68D3-1A1D4A5523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Approach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0FC9526-F6CE-66B7-D827-0F2D2573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Change icon colour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E2075C-0C32-910D-C79B-D0AF1EB517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/>
              <a:t>Notes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802A78FC-D33B-240F-7A98-909975BB8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160585"/>
            <a:ext cx="5447999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Select icon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E39F739-CCD2-DE8C-EAAA-EB623CE052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2160587"/>
            <a:ext cx="5449788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</a:p>
          <a:p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</a:p>
          <a:p>
            <a:r>
              <a:rPr lang="en-GB"/>
              <a:t>Best vector file format for icons: *.svg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97B76-0E98-2339-FE2E-504C7E2F6207}"/>
              </a:ext>
            </a:extLst>
          </p:cNvPr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8D7727-1FFC-8D99-661F-EA5AB9D74809}"/>
                </a:ext>
              </a:extLst>
            </p:cNvPr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9E39E3-D0E7-62EB-6915-BC6FAFEA03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04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</p:spPr>
        </p:pic>
        <p:sp>
          <p:nvSpPr>
            <p:cNvPr id="25" name="Ellipse 25">
              <a:extLst>
                <a:ext uri="{FF2B5EF4-FFF2-40B4-BE49-F238E27FC236}">
                  <a16:creationId xmlns:a16="http://schemas.microsoft.com/office/drawing/2014/main" id="{FF6D0699-C766-BC4F-05D6-A92A5407EAD4}"/>
                </a:ext>
              </a:extLst>
            </p:cNvPr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tx2">
                <a:alpha val="15000"/>
              </a:schemeClr>
            </a:solidFill>
            <a:ln w="28575" cap="rnd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197D776-54A7-AD7E-F90F-3B5F0A03BD4E}"/>
                </a:ext>
              </a:extLst>
            </p:cNvPr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D86877-F017-144F-CB0E-56CFF4A109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</p:spPr>
        </p:pic>
        <p:sp>
          <p:nvSpPr>
            <p:cNvPr id="32" name="Ellipse 25">
              <a:extLst>
                <a:ext uri="{FF2B5EF4-FFF2-40B4-BE49-F238E27FC236}">
                  <a16:creationId xmlns:a16="http://schemas.microsoft.com/office/drawing/2014/main" id="{8E23C852-01D4-FF3C-7C96-04D4B291C836}"/>
                </a:ext>
              </a:extLst>
            </p:cNvPr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E31800-4D32-D6E4-6368-C730A562DE29}"/>
              </a:ext>
            </a:extLst>
          </p:cNvPr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880E2EB-4CFD-D5A8-6E1C-B13588345FA0}"/>
                </a:ext>
              </a:extLst>
            </p:cNvPr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8580E33-6148-7528-9E8C-89E58397D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045" t="20073" r="46617" b="36910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</p:spPr>
        </p:pic>
        <p:sp>
          <p:nvSpPr>
            <p:cNvPr id="38" name="Ellipse 25">
              <a:extLst>
                <a:ext uri="{FF2B5EF4-FFF2-40B4-BE49-F238E27FC236}">
                  <a16:creationId xmlns:a16="http://schemas.microsoft.com/office/drawing/2014/main" id="{23882F23-5786-DCF9-3099-F38F3F63018A}"/>
                </a:ext>
              </a:extLst>
            </p:cNvPr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10B5466-D6DA-68EF-9AC0-A98CBE1DCD43}"/>
              </a:ext>
            </a:extLst>
          </p:cNvPr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8EB9D1-3663-A72F-18BB-E836415D159A}"/>
                </a:ext>
              </a:extLst>
            </p:cNvPr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C644038-51A6-DCEC-1F09-5CA82C6F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950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B4C674D-869D-8F0F-0AD9-DFE4BF1E1BF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819"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3B4C674D-869D-8F0F-0AD9-DFE4BF1E1B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8">
            <a:extLst>
              <a:ext uri="{FF2B5EF4-FFF2-40B4-BE49-F238E27FC236}">
                <a16:creationId xmlns:a16="http://schemas.microsoft.com/office/drawing/2014/main" id="{05A8A77E-9148-3872-0E0C-963DC02F6E44}"/>
              </a:ext>
            </a:extLst>
          </p:cNvPr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0977D7-62B4-D1CD-1F9C-CBEE938CDDF8}"/>
              </a:ext>
            </a:extLst>
          </p:cNvPr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62" name="Picture Placeholder 7">
              <a:extLst>
                <a:ext uri="{FF2B5EF4-FFF2-40B4-BE49-F238E27FC236}">
                  <a16:creationId xmlns:a16="http://schemas.microsoft.com/office/drawing/2014/main" id="{B2AEB8FB-8D76-8D04-D830-3C4B5C77A3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29896" t="5647" r="14925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ln w="19050">
              <a:noFill/>
            </a:ln>
            <a:effectLst>
              <a:outerShdw blurRad="177800" dist="101600" dir="2700000" algn="tl" rotWithShape="0">
                <a:prstClr val="black">
                  <a:alpha val="22000"/>
                </a:prstClr>
              </a:outerShdw>
            </a:effec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E9A67F6-0B55-59CD-054D-D1F517A33F0D}"/>
                </a:ext>
              </a:extLst>
            </p:cNvPr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tx1">
                <a:alpha val="7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1" name="Rectangle 8">
            <a:extLst>
              <a:ext uri="{FF2B5EF4-FFF2-40B4-BE49-F238E27FC236}">
                <a16:creationId xmlns:a16="http://schemas.microsoft.com/office/drawing/2014/main" id="{9D2991C1-5A52-5A93-69AA-3A6112776AB8}"/>
              </a:ext>
            </a:extLst>
          </p:cNvPr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F737176-E122-A404-C048-B1CECC1B342C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F8E9DAF-3637-DD8C-3DBE-311781B76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Insert image into placeholder</a:t>
            </a:r>
          </a:p>
        </p:txBody>
      </p:sp>
      <p:sp>
        <p:nvSpPr>
          <p:cNvPr id="14" name="Textfeld 46">
            <a:extLst>
              <a:ext uri="{FF2B5EF4-FFF2-40B4-BE49-F238E27FC236}">
                <a16:creationId xmlns:a16="http://schemas.microsoft.com/office/drawing/2014/main" id="{54DF91C2-B49A-AA10-5018-4BB5A3454847}"/>
              </a:ext>
            </a:extLst>
          </p:cNvPr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defPPr>
              <a:defRPr lang="de-DE"/>
            </a:defPPr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sz="12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sz="1400" b="0"/>
            </a:lvl9pPr>
          </a:lstStyle>
          <a:p>
            <a:pPr lvl="5" defTabSz="914377">
              <a:spcAft>
                <a:spcPts val="1067"/>
              </a:spcAft>
              <a:buClr>
                <a:srgbClr val="678FB0"/>
              </a:buClr>
              <a:defRPr/>
            </a:pPr>
            <a:r>
              <a:rPr lang="en-GB" dirty="0">
                <a:sym typeface="Arial" panose="020B0604020202020204" pitchFamily="34" charset="0"/>
              </a:rPr>
              <a:t>Insert image from external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Click on the image            icon, select image from </a:t>
            </a:r>
            <a:r>
              <a:rPr lang="en-GB" sz="1400" dirty="0" err="1">
                <a:sym typeface="Arial" panose="020B0604020202020204" pitchFamily="34" charset="0"/>
              </a:rPr>
              <a:t>Sharepoint</a:t>
            </a:r>
            <a:r>
              <a:rPr lang="en-GB" sz="1400" dirty="0">
                <a:sym typeface="Arial" panose="020B0604020202020204" pitchFamily="34" charset="0"/>
              </a:rPr>
              <a:t> or other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The bbv image library is here locally located: </a:t>
            </a:r>
            <a:r>
              <a:rPr lang="en-GB" sz="1400" i="1" dirty="0">
                <a:sym typeface="Arial" panose="020B0604020202020204" pitchFamily="34" charset="0"/>
                <a:hlinkClick r:id="rId8" action="ppaction://hlinkfile"/>
              </a:rPr>
              <a:t>C:\Users\Public\bbv_templates\Marketing\PPT-Bibliotheken\Bilder-Bibliothek</a:t>
            </a:r>
            <a:endParaRPr lang="en-GB" sz="1400" i="1" dirty="0">
              <a:sym typeface="Arial" panose="020B0604020202020204" pitchFamily="34" charset="0"/>
            </a:endParaRP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Or: 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, select the placeholder, then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lang="en-GB" sz="1400" dirty="0">
              <a:sym typeface="Arial" panose="020B0604020202020204" pitchFamily="34" charset="0"/>
            </a:endParaRPr>
          </a:p>
        </p:txBody>
      </p:sp>
      <p:sp>
        <p:nvSpPr>
          <p:cNvPr id="15" name="Textfeld 46">
            <a:extLst>
              <a:ext uri="{FF2B5EF4-FFF2-40B4-BE49-F238E27FC236}">
                <a16:creationId xmlns:a16="http://schemas.microsoft.com/office/drawing/2014/main" id="{862FDC31-4259-0DB9-F452-0C5EA5FBDC82}"/>
              </a:ext>
            </a:extLst>
          </p:cNvPr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lang="de-DE" sz="14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lang="de-DE"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lang="de-DE"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lang="de-DE"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lang="de-DE"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lang="de-DE"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lang="de-DE" sz="1400" b="0" dirty="0"/>
            </a:lvl9pPr>
          </a:lstStyle>
          <a:p>
            <a:pPr marL="0" indent="0" defTabSz="914377">
              <a:spcAft>
                <a:spcPts val="1067"/>
              </a:spcAft>
              <a:buClr>
                <a:srgbClr val="E30613"/>
              </a:buClr>
              <a:buNone/>
              <a:defRPr/>
            </a:pPr>
            <a:r>
              <a:rPr lang="en-GB" b="1">
                <a:sym typeface="Arial" panose="020B0604020202020204" pitchFamily="34" charset="0"/>
              </a:rPr>
              <a:t>Adjust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Select the image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in the tab «Picture Format» on «Crop»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Adjust the image composition by moving the image 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Resize the image by clicking and dragging the outer circles.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again on «Crop» to finish the adjustments</a:t>
            </a:r>
          </a:p>
        </p:txBody>
      </p:sp>
      <p:cxnSp>
        <p:nvCxnSpPr>
          <p:cNvPr id="17" name="Gerade Verbindung mit Pfeil 94">
            <a:extLst>
              <a:ext uri="{FF2B5EF4-FFF2-40B4-BE49-F238E27FC236}">
                <a16:creationId xmlns:a16="http://schemas.microsoft.com/office/drawing/2014/main" id="{A511B286-1545-FD7B-DCB7-8B5442EC52AF}"/>
              </a:ext>
            </a:extLst>
          </p:cNvPr>
          <p:cNvCxnSpPr>
            <a:cxnSpLocks/>
          </p:cNvCxnSpPr>
          <p:nvPr/>
        </p:nvCxnSpPr>
        <p:spPr bwMode="auto">
          <a:xfrm>
            <a:off x="3018503" y="4570185"/>
            <a:ext cx="3195665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41">
            <a:extLst>
              <a:ext uri="{FF2B5EF4-FFF2-40B4-BE49-F238E27FC236}">
                <a16:creationId xmlns:a16="http://schemas.microsoft.com/office/drawing/2014/main" id="{04350079-E221-80CA-4C62-EAC0DE598603}"/>
              </a:ext>
            </a:extLst>
          </p:cNvPr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21" name="Gruppieren 43">
            <a:extLst>
              <a:ext uri="{FF2B5EF4-FFF2-40B4-BE49-F238E27FC236}">
                <a16:creationId xmlns:a16="http://schemas.microsoft.com/office/drawing/2014/main" id="{FEDD1F48-77E8-24A4-19AC-27B41C28AC56}"/>
              </a:ext>
            </a:extLst>
          </p:cNvPr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2" name="Rechteck 41">
              <a:extLst>
                <a:ext uri="{FF2B5EF4-FFF2-40B4-BE49-F238E27FC236}">
                  <a16:creationId xmlns:a16="http://schemas.microsoft.com/office/drawing/2014/main" id="{935C84EF-CCEE-F4E5-D2A8-25D0334B38ED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" name="Rechteck 42">
              <a:extLst>
                <a:ext uri="{FF2B5EF4-FFF2-40B4-BE49-F238E27FC236}">
                  <a16:creationId xmlns:a16="http://schemas.microsoft.com/office/drawing/2014/main" id="{C461557E-615C-B030-2D9D-8426B78A7598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4" name="Gruppieren 44">
            <a:extLst>
              <a:ext uri="{FF2B5EF4-FFF2-40B4-BE49-F238E27FC236}">
                <a16:creationId xmlns:a16="http://schemas.microsoft.com/office/drawing/2014/main" id="{F569182A-8730-F2B4-5E3F-C669F4F2BC26}"/>
              </a:ext>
            </a:extLst>
          </p:cNvPr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5" name="Rechteck 45">
              <a:extLst>
                <a:ext uri="{FF2B5EF4-FFF2-40B4-BE49-F238E27FC236}">
                  <a16:creationId xmlns:a16="http://schemas.microsoft.com/office/drawing/2014/main" id="{12A51E69-0BC7-4668-AAA7-5166EBAC8197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6" name="Rechteck 46">
              <a:extLst>
                <a:ext uri="{FF2B5EF4-FFF2-40B4-BE49-F238E27FC236}">
                  <a16:creationId xmlns:a16="http://schemas.microsoft.com/office/drawing/2014/main" id="{F96A959A-12BF-31B6-7ACA-7F4870A4D21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7" name="Gruppieren 47">
            <a:extLst>
              <a:ext uri="{FF2B5EF4-FFF2-40B4-BE49-F238E27FC236}">
                <a16:creationId xmlns:a16="http://schemas.microsoft.com/office/drawing/2014/main" id="{4815BCDE-65AD-6865-FB4E-ADB47E589B48}"/>
              </a:ext>
            </a:extLst>
          </p:cNvPr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8" name="Rechteck 48">
              <a:extLst>
                <a:ext uri="{FF2B5EF4-FFF2-40B4-BE49-F238E27FC236}">
                  <a16:creationId xmlns:a16="http://schemas.microsoft.com/office/drawing/2014/main" id="{707BA450-EBC4-4895-9A9D-1F9EA6C97350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9" name="Rechteck 49">
              <a:extLst>
                <a:ext uri="{FF2B5EF4-FFF2-40B4-BE49-F238E27FC236}">
                  <a16:creationId xmlns:a16="http://schemas.microsoft.com/office/drawing/2014/main" id="{5A6B916A-E479-CBC4-072C-709A43DBA3E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30" name="Gruppieren 50">
            <a:extLst>
              <a:ext uri="{FF2B5EF4-FFF2-40B4-BE49-F238E27FC236}">
                <a16:creationId xmlns:a16="http://schemas.microsoft.com/office/drawing/2014/main" id="{80E5336F-4351-6773-C4B7-2DE7721227AD}"/>
              </a:ext>
            </a:extLst>
          </p:cNvPr>
          <p:cNvGrpSpPr/>
          <p:nvPr/>
        </p:nvGrpSpPr>
        <p:grpSpPr>
          <a:xfrm rot="16200000">
            <a:off x="3525807" y="5985904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31" name="Rechteck 51">
              <a:extLst>
                <a:ext uri="{FF2B5EF4-FFF2-40B4-BE49-F238E27FC236}">
                  <a16:creationId xmlns:a16="http://schemas.microsoft.com/office/drawing/2014/main" id="{AA8579B9-03EF-D5BA-1458-53519F29CAD6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2" name="Rechteck 52">
              <a:extLst>
                <a:ext uri="{FF2B5EF4-FFF2-40B4-BE49-F238E27FC236}">
                  <a16:creationId xmlns:a16="http://schemas.microsoft.com/office/drawing/2014/main" id="{47AF9317-ACAA-C1D2-BDBF-D07FB4FF9A41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33" name="Rechteck 53">
            <a:extLst>
              <a:ext uri="{FF2B5EF4-FFF2-40B4-BE49-F238E27FC236}">
                <a16:creationId xmlns:a16="http://schemas.microsoft.com/office/drawing/2014/main" id="{1DFB1046-F131-09B7-E7D6-2DBCC79E8D5B}"/>
              </a:ext>
            </a:extLst>
          </p:cNvPr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4" name="Rechteck 54">
            <a:extLst>
              <a:ext uri="{FF2B5EF4-FFF2-40B4-BE49-F238E27FC236}">
                <a16:creationId xmlns:a16="http://schemas.microsoft.com/office/drawing/2014/main" id="{2DB7FF71-A990-8611-DE16-2E824A3831A3}"/>
              </a:ext>
            </a:extLst>
          </p:cNvPr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5" name="Ellipse 55">
            <a:extLst>
              <a:ext uri="{FF2B5EF4-FFF2-40B4-BE49-F238E27FC236}">
                <a16:creationId xmlns:a16="http://schemas.microsoft.com/office/drawing/2014/main" id="{6758CADA-612F-FCC4-2D51-D9F6E95D3209}"/>
              </a:ext>
            </a:extLst>
          </p:cNvPr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6" name="Ellipse 56">
            <a:extLst>
              <a:ext uri="{FF2B5EF4-FFF2-40B4-BE49-F238E27FC236}">
                <a16:creationId xmlns:a16="http://schemas.microsoft.com/office/drawing/2014/main" id="{35181343-5E20-8439-5F73-E3545FCF4FA6}"/>
              </a:ext>
            </a:extLst>
          </p:cNvPr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7" name="Ellipse 57">
            <a:extLst>
              <a:ext uri="{FF2B5EF4-FFF2-40B4-BE49-F238E27FC236}">
                <a16:creationId xmlns:a16="http://schemas.microsoft.com/office/drawing/2014/main" id="{F50F96A3-5203-0EF1-81E2-F8821B4E8B0E}"/>
              </a:ext>
            </a:extLst>
          </p:cNvPr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8" name="Ellipse 58">
            <a:extLst>
              <a:ext uri="{FF2B5EF4-FFF2-40B4-BE49-F238E27FC236}">
                <a16:creationId xmlns:a16="http://schemas.microsoft.com/office/drawing/2014/main" id="{D19F1F1C-F0CC-1C4A-EF90-55EED0CA33F7}"/>
              </a:ext>
            </a:extLst>
          </p:cNvPr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9" name="Ellipse 59">
            <a:extLst>
              <a:ext uri="{FF2B5EF4-FFF2-40B4-BE49-F238E27FC236}">
                <a16:creationId xmlns:a16="http://schemas.microsoft.com/office/drawing/2014/main" id="{984794C3-3E3A-DB6C-1AA1-8B51A68BAF5F}"/>
              </a:ext>
            </a:extLst>
          </p:cNvPr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0" name="Ellipse 60">
            <a:extLst>
              <a:ext uri="{FF2B5EF4-FFF2-40B4-BE49-F238E27FC236}">
                <a16:creationId xmlns:a16="http://schemas.microsoft.com/office/drawing/2014/main" id="{1CA8CEF2-332A-DB24-B67D-3C35D900A07A}"/>
              </a:ext>
            </a:extLst>
          </p:cNvPr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1" name="Rechteck 61">
            <a:extLst>
              <a:ext uri="{FF2B5EF4-FFF2-40B4-BE49-F238E27FC236}">
                <a16:creationId xmlns:a16="http://schemas.microsoft.com/office/drawing/2014/main" id="{F25F55EB-C6D4-0D06-4B99-C911BC3291D1}"/>
              </a:ext>
            </a:extLst>
          </p:cNvPr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2" name="Rechteck 62">
            <a:extLst>
              <a:ext uri="{FF2B5EF4-FFF2-40B4-BE49-F238E27FC236}">
                <a16:creationId xmlns:a16="http://schemas.microsoft.com/office/drawing/2014/main" id="{2581ADA8-6413-7BFA-A150-3EE8C6C0EE32}"/>
              </a:ext>
            </a:extLst>
          </p:cNvPr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43" name="Gruppieren 73">
            <a:extLst>
              <a:ext uri="{FF2B5EF4-FFF2-40B4-BE49-F238E27FC236}">
                <a16:creationId xmlns:a16="http://schemas.microsoft.com/office/drawing/2014/main" id="{68641A5E-BF48-CDFB-8057-9D6A64418F22}"/>
              </a:ext>
            </a:extLst>
          </p:cNvPr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44" name="Gruppieren 69">
              <a:extLst>
                <a:ext uri="{FF2B5EF4-FFF2-40B4-BE49-F238E27FC236}">
                  <a16:creationId xmlns:a16="http://schemas.microsoft.com/office/drawing/2014/main" id="{2DE4F716-A6CC-5BA0-38FA-493F22C898D6}"/>
                </a:ext>
              </a:extLst>
            </p:cNvPr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8" name="Grafik 65" descr="Pfeil nach oben mit einfarbiger Füllung">
                <a:extLst>
                  <a:ext uri="{FF2B5EF4-FFF2-40B4-BE49-F238E27FC236}">
                    <a16:creationId xmlns:a16="http://schemas.microsoft.com/office/drawing/2014/main" id="{6D0CE4AC-3380-3D04-BE05-707788879C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9" name="Grafik 68" descr="Pfeil nach oben mit einfarbiger Füllung">
                <a:extLst>
                  <a:ext uri="{FF2B5EF4-FFF2-40B4-BE49-F238E27FC236}">
                    <a16:creationId xmlns:a16="http://schemas.microsoft.com/office/drawing/2014/main" id="{A3015999-1C81-B164-3439-F7B043FBAC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45" name="Gruppieren 70">
              <a:extLst>
                <a:ext uri="{FF2B5EF4-FFF2-40B4-BE49-F238E27FC236}">
                  <a16:creationId xmlns:a16="http://schemas.microsoft.com/office/drawing/2014/main" id="{F55D330B-C908-B456-A2E1-2691BDEAC025}"/>
                </a:ext>
              </a:extLst>
            </p:cNvPr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6" name="Grafik 71" descr="Pfeil nach oben mit einfarbiger Füllung">
                <a:extLst>
                  <a:ext uri="{FF2B5EF4-FFF2-40B4-BE49-F238E27FC236}">
                    <a16:creationId xmlns:a16="http://schemas.microsoft.com/office/drawing/2014/main" id="{C218EF49-54D9-4428-FEDC-DC2CC8D0B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7" name="Grafik 72" descr="Pfeil nach oben mit einfarbiger Füllung">
                <a:extLst>
                  <a:ext uri="{FF2B5EF4-FFF2-40B4-BE49-F238E27FC236}">
                    <a16:creationId xmlns:a16="http://schemas.microsoft.com/office/drawing/2014/main" id="{B5B38DE0-2EC5-29F5-C782-3ABEBD77E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16107A-AB1F-D5FC-DA73-54D1223E3EEB}"/>
              </a:ext>
            </a:extLst>
          </p:cNvPr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44D660B-CE66-7953-8A4A-9820259A1871}"/>
                </a:ext>
              </a:extLst>
            </p:cNvPr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BA502CB-C617-D999-54FA-FBCEC53FC8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/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4A1E54D-43DC-7E62-44A8-C32086140F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/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</p:spPr>
        </p:pic>
        <p:sp>
          <p:nvSpPr>
            <p:cNvPr id="13" name="Ellipse 25">
              <a:extLst>
                <a:ext uri="{FF2B5EF4-FFF2-40B4-BE49-F238E27FC236}">
                  <a16:creationId xmlns:a16="http://schemas.microsoft.com/office/drawing/2014/main" id="{0E5EF97D-4433-BBB2-4F42-4BF2F509E68A}"/>
                </a:ext>
              </a:extLst>
            </p:cNvPr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50" name="Ellipse 25">
              <a:extLst>
                <a:ext uri="{FF2B5EF4-FFF2-40B4-BE49-F238E27FC236}">
                  <a16:creationId xmlns:a16="http://schemas.microsoft.com/office/drawing/2014/main" id="{0CECC691-DF93-B1BE-EFF2-FB3CE6DEAEDD}"/>
                </a:ext>
              </a:extLst>
            </p:cNvPr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8447CBC-A276-12AE-E95A-A3DE5A077712}"/>
              </a:ext>
            </a:extLst>
          </p:cNvPr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52" name="Gerader Verbinder 50">
              <a:extLst>
                <a:ext uri="{FF2B5EF4-FFF2-40B4-BE49-F238E27FC236}">
                  <a16:creationId xmlns:a16="http://schemas.microsoft.com/office/drawing/2014/main" id="{05DED289-B22E-3812-15EE-13B8A5A37A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2559187"/>
              <a:ext cx="197613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5">
              <a:extLst>
                <a:ext uri="{FF2B5EF4-FFF2-40B4-BE49-F238E27FC236}">
                  <a16:creationId xmlns:a16="http://schemas.microsoft.com/office/drawing/2014/main" id="{7CAE5EC2-6414-BB77-749B-F5F2167EF77C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1520825"/>
              <a:ext cx="0" cy="207672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Gerade Verbindung mit Pfeil 94">
            <a:extLst>
              <a:ext uri="{FF2B5EF4-FFF2-40B4-BE49-F238E27FC236}">
                <a16:creationId xmlns:a16="http://schemas.microsoft.com/office/drawing/2014/main" id="{E84C9C02-2A67-B6DE-89BE-4378EBE1A5F6}"/>
              </a:ext>
            </a:extLst>
          </p:cNvPr>
          <p:cNvCxnSpPr>
            <a:cxnSpLocks/>
          </p:cNvCxnSpPr>
          <p:nvPr/>
        </p:nvCxnSpPr>
        <p:spPr bwMode="auto">
          <a:xfrm>
            <a:off x="4919271" y="5222470"/>
            <a:ext cx="1294897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fik 67" descr="Cursor mit einfarbiger Füllung">
            <a:extLst>
              <a:ext uri="{FF2B5EF4-FFF2-40B4-BE49-F238E27FC236}">
                <a16:creationId xmlns:a16="http://schemas.microsoft.com/office/drawing/2014/main" id="{CFC45C61-2C44-130D-242A-860DC8CA6C0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581579" y="5159510"/>
            <a:ext cx="367089" cy="367089"/>
          </a:xfrm>
          <a:prstGeom prst="rect">
            <a:avLst/>
          </a:prstGeom>
        </p:spPr>
      </p:pic>
      <p:cxnSp>
        <p:nvCxnSpPr>
          <p:cNvPr id="61" name="Gerade Verbindung mit Pfeil 94">
            <a:extLst>
              <a:ext uri="{FF2B5EF4-FFF2-40B4-BE49-F238E27FC236}">
                <a16:creationId xmlns:a16="http://schemas.microsoft.com/office/drawing/2014/main" id="{C5A53C75-E973-47F2-4776-C367C93DC9C9}"/>
              </a:ext>
            </a:extLst>
          </p:cNvPr>
          <p:cNvCxnSpPr>
            <a:cxnSpLocks/>
          </p:cNvCxnSpPr>
          <p:nvPr/>
        </p:nvCxnSpPr>
        <p:spPr bwMode="auto">
          <a:xfrm>
            <a:off x="5860347" y="6204204"/>
            <a:ext cx="353821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CFBDA76-6F55-0D0E-5B71-9DF26805617E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342" y="1756560"/>
            <a:ext cx="2925826" cy="164305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8" name="Grafik 12">
            <a:extLst>
              <a:ext uri="{FF2B5EF4-FFF2-40B4-BE49-F238E27FC236}">
                <a16:creationId xmlns:a16="http://schemas.microsoft.com/office/drawing/2014/main" id="{6C1F0F9D-5AB0-57CB-AFDB-64856AE00006}"/>
              </a:ext>
            </a:extLst>
          </p:cNvPr>
          <p:cNvPicPr>
            <a:picLocks noChangeAspect="1"/>
          </p:cNvPicPr>
          <p:nvPr/>
        </p:nvPicPr>
        <p:blipFill rotWithShape="1">
          <a:blip r:embed="rId15"/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 w="28575" cap="rnd"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A092A50-B800-4274-8F7B-39A891B73BF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80016" y="1752100"/>
            <a:ext cx="447566" cy="344281"/>
          </a:xfrm>
          <a:prstGeom prst="rect">
            <a:avLst/>
          </a:prstGeom>
        </p:spPr>
      </p:pic>
      <p:cxnSp>
        <p:nvCxnSpPr>
          <p:cNvPr id="16" name="Gerade Verbindung mit Pfeil 94">
            <a:extLst>
              <a:ext uri="{FF2B5EF4-FFF2-40B4-BE49-F238E27FC236}">
                <a16:creationId xmlns:a16="http://schemas.microsoft.com/office/drawing/2014/main" id="{4DFA2879-8341-D21D-04E0-E40198CB47C8}"/>
              </a:ext>
            </a:extLst>
          </p:cNvPr>
          <p:cNvCxnSpPr>
            <a:cxnSpLocks/>
          </p:cNvCxnSpPr>
          <p:nvPr/>
        </p:nvCxnSpPr>
        <p:spPr bwMode="auto">
          <a:xfrm>
            <a:off x="6214168" y="4740558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94">
            <a:extLst>
              <a:ext uri="{FF2B5EF4-FFF2-40B4-BE49-F238E27FC236}">
                <a16:creationId xmlns:a16="http://schemas.microsoft.com/office/drawing/2014/main" id="{EEE38C49-BAD9-EDDA-E4E9-52698530CED0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4570185"/>
            <a:ext cx="0" cy="170373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94">
            <a:extLst>
              <a:ext uri="{FF2B5EF4-FFF2-40B4-BE49-F238E27FC236}">
                <a16:creationId xmlns:a16="http://schemas.microsoft.com/office/drawing/2014/main" id="{3CC64D5E-349E-8240-9DE4-89257631F9B1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087702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94">
            <a:extLst>
              <a:ext uri="{FF2B5EF4-FFF2-40B4-BE49-F238E27FC236}">
                <a16:creationId xmlns:a16="http://schemas.microsoft.com/office/drawing/2014/main" id="{1DE7FC3F-DB0D-D9D7-F5C4-172B9B3C8545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087702"/>
            <a:ext cx="0" cy="134768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94">
            <a:extLst>
              <a:ext uri="{FF2B5EF4-FFF2-40B4-BE49-F238E27FC236}">
                <a16:creationId xmlns:a16="http://schemas.microsoft.com/office/drawing/2014/main" id="{82F0081C-8F76-53D9-6F86-2C6265B86B07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450499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94">
            <a:extLst>
              <a:ext uri="{FF2B5EF4-FFF2-40B4-BE49-F238E27FC236}">
                <a16:creationId xmlns:a16="http://schemas.microsoft.com/office/drawing/2014/main" id="{A36229C4-290B-51BE-6390-F3F2E02E4051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450499"/>
            <a:ext cx="0" cy="753705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040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C46326DB-CB54-095D-4F7D-8B5DF9F93CA0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612115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843"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C46326DB-CB54-095D-4F7D-8B5DF9F93C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Placeholder 7">
            <a:extLst>
              <a:ext uri="{FF2B5EF4-FFF2-40B4-BE49-F238E27FC236}">
                <a16:creationId xmlns:a16="http://schemas.microsoft.com/office/drawing/2014/main" id="{BB7ABEA0-18EA-BDCC-D69D-B79E72C79A4D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1447" t="8409" r="21861" b="23177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>
            <a:blip r:embed="rId8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76F46B4C-6949-6A6E-AE55-128D6E9FBE26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1447" t="8409" r="21861" b="23177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>
            <a:blip r:embed="rId8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379D13-300E-63A0-C653-764779FB6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</p:spPr>
        <p:txBody>
          <a:bodyPr vert="horz"/>
          <a:lstStyle/>
          <a:p>
            <a:r>
              <a:rPr lang="en-GB" noProof="0" dirty="0">
                <a:cs typeface="Arial" panose="020B0604020202020204" pitchFamily="34" charset="0"/>
              </a:rPr>
              <a:t>Insert image </a:t>
            </a:r>
            <a:r>
              <a:rPr lang="en-GB" noProof="0">
                <a:cs typeface="Arial" panose="020B0604020202020204" pitchFamily="34" charset="0"/>
              </a:rPr>
              <a:t>into mock-up </a:t>
            </a:r>
            <a:r>
              <a:rPr lang="en-GB" noProof="0" dirty="0">
                <a:cs typeface="Arial" panose="020B0604020202020204" pitchFamily="34" charset="0"/>
              </a:rPr>
              <a:t>screen (mobile/laptop)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D505FFF4-7756-027E-1274-55D8A1319E8E}"/>
              </a:ext>
            </a:extLst>
          </p:cNvPr>
          <p:cNvCxnSpPr>
            <a:cxnSpLocks/>
          </p:cNvCxnSpPr>
          <p:nvPr/>
        </p:nvCxnSpPr>
        <p:spPr>
          <a:xfrm flipH="1">
            <a:off x="5291999" y="234844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7" name="Straight Connector 17">
            <a:extLst>
              <a:ext uri="{FF2B5EF4-FFF2-40B4-BE49-F238E27FC236}">
                <a16:creationId xmlns:a16="http://schemas.microsoft.com/office/drawing/2014/main" id="{058EB6A9-37D2-7E0C-59D8-7D82E1E7E1F7}"/>
              </a:ext>
            </a:extLst>
          </p:cNvPr>
          <p:cNvCxnSpPr>
            <a:cxnSpLocks/>
          </p:cNvCxnSpPr>
          <p:nvPr/>
        </p:nvCxnSpPr>
        <p:spPr>
          <a:xfrm flipH="1">
            <a:off x="5291999" y="341648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9" name="Straight Connector 19">
            <a:extLst>
              <a:ext uri="{FF2B5EF4-FFF2-40B4-BE49-F238E27FC236}">
                <a16:creationId xmlns:a16="http://schemas.microsoft.com/office/drawing/2014/main" id="{2CDC70A0-9D97-B34B-3630-D0F42DE3791F}"/>
              </a:ext>
            </a:extLst>
          </p:cNvPr>
          <p:cNvCxnSpPr>
            <a:cxnSpLocks/>
          </p:cNvCxnSpPr>
          <p:nvPr/>
        </p:nvCxnSpPr>
        <p:spPr>
          <a:xfrm flipH="1">
            <a:off x="5291999" y="4980217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sp>
        <p:nvSpPr>
          <p:cNvPr id="36" name="Rectangle 9">
            <a:extLst>
              <a:ext uri="{FF2B5EF4-FFF2-40B4-BE49-F238E27FC236}">
                <a16:creationId xmlns:a16="http://schemas.microsoft.com/office/drawing/2014/main" id="{396153C2-9CFF-7084-0017-FC7314F24827}"/>
              </a:ext>
            </a:extLst>
          </p:cNvPr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Paste image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536961" algn="l"/>
              </a:tabLst>
              <a:defRPr/>
            </a:pPr>
            <a:r>
              <a:rPr lang="en-GB" sz="1400" dirty="0">
                <a:sym typeface="Arial" panose="020B0604020202020204" pitchFamily="34" charset="0"/>
              </a:rPr>
              <a:t>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 and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8E2A294D-7376-56FC-81C4-07DAEAEC2652}"/>
              </a:ext>
            </a:extLst>
          </p:cNvPr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size &amp; determine image area: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image size and determine image area</a:t>
            </a:r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2368E7CE-E972-8CD8-6BF8-D06F6F14C013}"/>
              </a:ext>
            </a:extLst>
          </p:cNvPr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Crop image to image mask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Click in the tab «Shape Format / </a:t>
            </a:r>
            <a:b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</a:b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Merge Shapes» on «Intersect»</a:t>
            </a:r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F0EDA22B-8E7D-E351-F670-CD080A61EAE7}"/>
              </a:ext>
            </a:extLst>
          </p:cNvPr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47533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Combine image with mock-up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mock-up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Activate image and mock-up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and align </a:t>
            </a: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both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horizontally (Align Center) and vertically (Align Middle)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Group image and mock-up with </a:t>
            </a:r>
            <a:r>
              <a:rPr kumimoji="0" lang="en-GB" sz="1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Ctrl+G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hteck 7">
            <a:extLst>
              <a:ext uri="{FF2B5EF4-FFF2-40B4-BE49-F238E27FC236}">
                <a16:creationId xmlns:a16="http://schemas.microsoft.com/office/drawing/2014/main" id="{D24EEAA8-773C-A8FE-249D-B39010194D79}"/>
              </a:ext>
            </a:extLst>
          </p:cNvPr>
          <p:cNvSpPr>
            <a:spLocks noChangeAspect="1"/>
          </p:cNvSpPr>
          <p:nvPr/>
        </p:nvSpPr>
        <p:spPr>
          <a:xfrm>
            <a:off x="10443538" y="2486085"/>
            <a:ext cx="370891" cy="792000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0" tIns="95883" rIns="0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sp>
        <p:nvSpPr>
          <p:cNvPr id="18" name="Rechteck 7">
            <a:extLst>
              <a:ext uri="{FF2B5EF4-FFF2-40B4-BE49-F238E27FC236}">
                <a16:creationId xmlns:a16="http://schemas.microsoft.com/office/drawing/2014/main" id="{2DE11960-C79E-3D98-1C2D-9570CE33478F}"/>
              </a:ext>
            </a:extLst>
          </p:cNvPr>
          <p:cNvSpPr/>
          <p:nvPr/>
        </p:nvSpPr>
        <p:spPr>
          <a:xfrm>
            <a:off x="645891" y="1901419"/>
            <a:ext cx="1106662" cy="2373969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143823" tIns="95883" rIns="143823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pic>
        <p:nvPicPr>
          <p:cNvPr id="15" name="Grafik 6">
            <a:extLst>
              <a:ext uri="{FF2B5EF4-FFF2-40B4-BE49-F238E27FC236}">
                <a16:creationId xmlns:a16="http://schemas.microsoft.com/office/drawing/2014/main" id="{D8D979F6-F045-5158-1F9A-D91FE91F405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31999" y="1533833"/>
            <a:ext cx="1198365" cy="242650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7B04AB5-A7EC-B759-4884-AB565B1EA59B}"/>
              </a:ext>
            </a:extLst>
          </p:cNvPr>
          <p:cNvGrpSpPr>
            <a:grpSpLocks noChangeAspect="1"/>
          </p:cNvGrpSpPr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2" name="Picture Placeholder 7">
              <a:extLst>
                <a:ext uri="{FF2B5EF4-FFF2-40B4-BE49-F238E27FC236}">
                  <a16:creationId xmlns:a16="http://schemas.microsoft.com/office/drawing/2014/main" id="{BE709E8D-C0D8-2B6E-8381-BEBBE915C1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42681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/>
            </a:prstGeom>
          </p:spPr>
        </p:pic>
        <p:pic>
          <p:nvPicPr>
            <p:cNvPr id="16" name="Grafik 6">
              <a:extLst>
                <a:ext uri="{FF2B5EF4-FFF2-40B4-BE49-F238E27FC236}">
                  <a16:creationId xmlns:a16="http://schemas.microsoft.com/office/drawing/2014/main" id="{A4FDA358-1780-99E0-2737-E56C3A579B7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</p:spPr>
        </p:pic>
      </p:grpSp>
      <p:pic>
        <p:nvPicPr>
          <p:cNvPr id="32" name="Picture Placeholder 7">
            <a:extLst>
              <a:ext uri="{FF2B5EF4-FFF2-40B4-BE49-F238E27FC236}">
                <a16:creationId xmlns:a16="http://schemas.microsoft.com/office/drawing/2014/main" id="{9043C4E1-3D68-81E2-E1BD-7517666D04C3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2681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/>
          </a:prstGeom>
        </p:spPr>
      </p:pic>
      <p:cxnSp>
        <p:nvCxnSpPr>
          <p:cNvPr id="51" name="Gerade Verbindung mit Pfeil 94">
            <a:extLst>
              <a:ext uri="{FF2B5EF4-FFF2-40B4-BE49-F238E27FC236}">
                <a16:creationId xmlns:a16="http://schemas.microsoft.com/office/drawing/2014/main" id="{83C441EF-8FC1-8E1C-3378-18F028D8DD6C}"/>
              </a:ext>
            </a:extLst>
          </p:cNvPr>
          <p:cNvCxnSpPr>
            <a:cxnSpLocks/>
          </p:cNvCxnSpPr>
          <p:nvPr/>
        </p:nvCxnSpPr>
        <p:spPr bwMode="auto">
          <a:xfrm>
            <a:off x="1630364" y="1747178"/>
            <a:ext cx="34611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E077136-A359-6834-4D96-10A159D068E2}"/>
              </a:ext>
            </a:extLst>
          </p:cNvPr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>
                <a:cs typeface="Arial" panose="020B0604020202020204" pitchFamily="34" charset="0"/>
                <a:sym typeface="Arial" panose="020B0604020202020204" pitchFamily="34" charset="0"/>
              </a:rPr>
              <a:t>Mock-up</a:t>
            </a:r>
            <a:endParaRPr lang="en-GB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A1B78AA-B442-4E80-D98B-0E25A8166C8D}"/>
              </a:ext>
            </a:extLst>
          </p:cNvPr>
          <p:cNvGrpSpPr>
            <a:grpSpLocks noChangeAspect="1"/>
          </p:cNvGrpSpPr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1DEFC94-AAB5-D9D2-60CE-3FBE823E7F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>
                <a:gd name="connsiteX0" fmla="*/ 326940 w 1961601"/>
                <a:gd name="connsiteY0" fmla="*/ 0 h 4207952"/>
                <a:gd name="connsiteX1" fmla="*/ 1634661 w 1961601"/>
                <a:gd name="connsiteY1" fmla="*/ 0 h 4207952"/>
                <a:gd name="connsiteX2" fmla="*/ 1961601 w 1961601"/>
                <a:gd name="connsiteY2" fmla="*/ 326940 h 4207952"/>
                <a:gd name="connsiteX3" fmla="*/ 1961601 w 1961601"/>
                <a:gd name="connsiteY3" fmla="*/ 3881012 h 4207952"/>
                <a:gd name="connsiteX4" fmla="*/ 1634661 w 1961601"/>
                <a:gd name="connsiteY4" fmla="*/ 4207952 h 4207952"/>
                <a:gd name="connsiteX5" fmla="*/ 326940 w 1961601"/>
                <a:gd name="connsiteY5" fmla="*/ 4207952 h 4207952"/>
                <a:gd name="connsiteX6" fmla="*/ 0 w 1961601"/>
                <a:gd name="connsiteY6" fmla="*/ 3881012 h 4207952"/>
                <a:gd name="connsiteX7" fmla="*/ 0 w 1961601"/>
                <a:gd name="connsiteY7" fmla="*/ 326940 h 4207952"/>
                <a:gd name="connsiteX8" fmla="*/ 326940 w 1961601"/>
                <a:gd name="connsiteY8" fmla="*/ 0 h 420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1601" h="4207952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</p:spPr>
        </p:pic>
        <p:pic>
          <p:nvPicPr>
            <p:cNvPr id="56" name="Grafik 6">
              <a:extLst>
                <a:ext uri="{FF2B5EF4-FFF2-40B4-BE49-F238E27FC236}">
                  <a16:creationId xmlns:a16="http://schemas.microsoft.com/office/drawing/2014/main" id="{2C9FC6E7-1D13-39D2-84C4-550EE3AD7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</p:spPr>
        </p:pic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5C1531B-FCF3-8E1D-042D-E9954237695D}"/>
              </a:ext>
            </a:extLst>
          </p:cNvPr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83" name="Gerade Verbindung mit Pfeil 94">
              <a:extLst>
                <a:ext uri="{FF2B5EF4-FFF2-40B4-BE49-F238E27FC236}">
                  <a16:creationId xmlns:a16="http://schemas.microsoft.com/office/drawing/2014/main" id="{26F29021-FD09-B4A8-3ACD-8752751386F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94">
              <a:extLst>
                <a:ext uri="{FF2B5EF4-FFF2-40B4-BE49-F238E27FC236}">
                  <a16:creationId xmlns:a16="http://schemas.microsoft.com/office/drawing/2014/main" id="{27A77CE4-F956-1E37-E57F-8438430DC90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D950D15-1331-B991-B353-3483937BEA99}"/>
              </a:ext>
            </a:extLst>
          </p:cNvPr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A50ACF0-5087-7B3C-B1C4-5E284080521D}"/>
                </a:ext>
              </a:extLst>
            </p:cNvPr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50CE52-03F9-1A9E-66AC-3D2069DE1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7BED565-EB24-F063-AA98-86FCE2BF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</p:spPr>
        </p:pic>
        <p:sp>
          <p:nvSpPr>
            <p:cNvPr id="35" name="Rechteck 38">
              <a:extLst>
                <a:ext uri="{FF2B5EF4-FFF2-40B4-BE49-F238E27FC236}">
                  <a16:creationId xmlns:a16="http://schemas.microsoft.com/office/drawing/2014/main" id="{B11CA7EB-EB7B-E08E-AB44-522BF86322D6}"/>
                </a:ext>
              </a:extLst>
            </p:cNvPr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4F2FEB1-9330-2349-1331-9186C63905F0}"/>
              </a:ext>
            </a:extLst>
          </p:cNvPr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EEBA11-B7F1-E763-C457-2B7D23AE0062}"/>
                </a:ext>
              </a:extLst>
            </p:cNvPr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6C68DA2-ECEC-B04C-6E86-A17C7B784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B6FE052-9742-C43F-AF83-14C3AD8CF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</p:spPr>
        </p:pic>
        <p:sp>
          <p:nvSpPr>
            <p:cNvPr id="23" name="Rechteck 38">
              <a:extLst>
                <a:ext uri="{FF2B5EF4-FFF2-40B4-BE49-F238E27FC236}">
                  <a16:creationId xmlns:a16="http://schemas.microsoft.com/office/drawing/2014/main" id="{816BE51F-3CE6-E987-40F9-82C2B96B43EE}"/>
                </a:ext>
              </a:extLst>
            </p:cNvPr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EA17F711-3B1B-E9E5-4EBB-63A779C85849}"/>
                </a:ext>
              </a:extLst>
            </p:cNvPr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4" name="Rechteck 38">
              <a:extLst>
                <a:ext uri="{FF2B5EF4-FFF2-40B4-BE49-F238E27FC236}">
                  <a16:creationId xmlns:a16="http://schemas.microsoft.com/office/drawing/2014/main" id="{DD7A323E-BF63-ACC2-3AEE-D936348AAC22}"/>
                </a:ext>
              </a:extLst>
            </p:cNvPr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9883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7574407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867"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7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33" b="1" kern="1200" spc="40">
                <a:solidFill>
                  <a:schemeClr val="bg1"/>
                </a:solidFill>
                <a:cs typeface="Arial" panose="020B0604020202020204" pitchFamily="34" charset="0"/>
              </a:rPr>
              <a:t>Working area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Depending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on the slide, a single-column layout, a 2-column or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3-column layout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is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used.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Display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the ruler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and guides in the «View» tab.</a:t>
            </a:r>
            <a:endParaRPr lang="en-GB" sz="1600" spc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7891"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4456762" y="2173030"/>
            <a:ext cx="0" cy="4254758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Main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6869090" y="2885608"/>
            <a:ext cx="602764" cy="217375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00" tIns="96000" rIns="96000" bIns="96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5"/>
            <a:endParaRPr lang="en-GB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10" y="2406096"/>
            <a:ext cx="1966241" cy="14132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chemeClr val="tx2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rgbClr val="E30613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4761918" y="3930778"/>
            <a:ext cx="7001457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4718717" y="2885608"/>
            <a:ext cx="1324291" cy="217375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Default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7589112" y="2885608"/>
            <a:ext cx="4159413" cy="217375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4718717" y="5661456"/>
            <a:ext cx="2770131" cy="217375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9015202" y="5661456"/>
            <a:ext cx="2770131" cy="217375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1293</TotalTime>
  <Words>840</Words>
  <Application>Microsoft Office PowerPoint</Application>
  <PresentationFormat>Widescreen</PresentationFormat>
  <Paragraphs>197</Paragraphs>
  <Slides>33</Slides>
  <Notes>33</Notes>
  <HiddenSlides>8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Arial</vt:lpstr>
      <vt:lpstr>Calibri</vt:lpstr>
      <vt:lpstr>Courier New</vt:lpstr>
      <vt:lpstr>Wingdings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Dashboard Screen</vt:lpstr>
      <vt:lpstr>Dashboard Screen</vt:lpstr>
      <vt:lpstr>Dashboard Screen</vt:lpstr>
      <vt:lpstr>Dashboard Screen</vt:lpstr>
      <vt:lpstr>Dashboard Screen</vt:lpstr>
      <vt:lpstr>Dashboard Screen</vt:lpstr>
      <vt:lpstr>Dashboard Screen</vt:lpstr>
      <vt:lpstr>Dashboard Screen</vt:lpstr>
      <vt:lpstr>Dashboard Screen</vt:lpstr>
      <vt:lpstr>Dashboard Screen</vt:lpstr>
      <vt:lpstr>Dashboard Screen</vt:lpstr>
      <vt:lpstr>Dashboard Screen</vt:lpstr>
      <vt:lpstr>Dashboard Screen</vt:lpstr>
      <vt:lpstr>Dashboard Screen</vt:lpstr>
      <vt:lpstr>Dashboard Screen</vt:lpstr>
      <vt:lpstr>Q&amp;A</vt:lpstr>
      <vt:lpstr>PowerPoint Presentation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Dao Trong Vo</dc:creator>
  <cp:lastModifiedBy>Quan Phan Hoang Minh</cp:lastModifiedBy>
  <cp:revision>78</cp:revision>
  <dcterms:created xsi:type="dcterms:W3CDTF">2025-07-10T03:51:23Z</dcterms:created>
  <dcterms:modified xsi:type="dcterms:W3CDTF">2025-08-08T10:17:04Z</dcterms:modified>
</cp:coreProperties>
</file>