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32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38"/>
  </p:notesMasterIdLst>
  <p:handoutMasterIdLst>
    <p:handoutMasterId r:id="rId39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72" r:id="rId13"/>
    <p:sldId id="2145705953" r:id="rId14"/>
    <p:sldId id="2145705968" r:id="rId15"/>
    <p:sldId id="2145705969" r:id="rId16"/>
    <p:sldId id="2145705973" r:id="rId17"/>
    <p:sldId id="2145705970" r:id="rId18"/>
    <p:sldId id="2145705954" r:id="rId19"/>
    <p:sldId id="2145705965" r:id="rId20"/>
    <p:sldId id="2145705974" r:id="rId21"/>
    <p:sldId id="2145705966" r:id="rId22"/>
    <p:sldId id="2145705975" r:id="rId23"/>
    <p:sldId id="2145705955" r:id="rId24"/>
    <p:sldId id="2145705976" r:id="rId25"/>
    <p:sldId id="2145705964" r:id="rId26"/>
    <p:sldId id="2145705977" r:id="rId27"/>
    <p:sldId id="2145705967" r:id="rId28"/>
    <p:sldId id="2145705956" r:id="rId29"/>
    <p:sldId id="2145705957" r:id="rId30"/>
    <p:sldId id="2145705958" r:id="rId31"/>
    <p:sldId id="2145705959" r:id="rId32"/>
    <p:sldId id="2145705960" r:id="rId33"/>
    <p:sldId id="2145705963" r:id="rId34"/>
    <p:sldId id="2145705971" r:id="rId35"/>
    <p:sldId id="315" r:id="rId36"/>
    <p:sldId id="2145705823" r:id="rId37"/>
  </p:sldIdLst>
  <p:sldSz cx="12192000" cy="6858000"/>
  <p:notesSz cx="6858000" cy="9144000"/>
  <p:custDataLst>
    <p:tags r:id="rId4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72"/>
            <p14:sldId id="2145705953"/>
            <p14:sldId id="2145705968"/>
            <p14:sldId id="2145705969"/>
            <p14:sldId id="2145705973"/>
            <p14:sldId id="2145705970"/>
            <p14:sldId id="2145705954"/>
            <p14:sldId id="2145705965"/>
            <p14:sldId id="2145705974"/>
            <p14:sldId id="2145705966"/>
            <p14:sldId id="2145705975"/>
            <p14:sldId id="2145705955"/>
            <p14:sldId id="2145705976"/>
            <p14:sldId id="2145705964"/>
            <p14:sldId id="2145705977"/>
            <p14:sldId id="2145705967"/>
            <p14:sldId id="2145705956"/>
            <p14:sldId id="2145705957"/>
            <p14:sldId id="2145705958"/>
            <p14:sldId id="2145705959"/>
            <p14:sldId id="2145705960"/>
            <p14:sldId id="2145705963"/>
            <p14:sldId id="2145705971"/>
            <p14:sldId id="315"/>
            <p14:sldId id="2145705823"/>
          </p14:sldIdLst>
        </p14:section>
        <p14:section name="How-to guides" id="{940A1398-85E1-49ED-8D6E-5B86E8378269}">
          <p14:sldIdLst/>
        </p14:section>
        <p14:section name="Style guide" id="{469652BB-A032-4484-908B-5AD5FE899E0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 autoAdjust="0"/>
    <p:restoredTop sz="90291" autoAdjust="0"/>
  </p:normalViewPr>
  <p:slideViewPr>
    <p:cSldViewPr snapToGrid="0" snapToObjects="1" showGuides="1">
      <p:cViewPr varScale="1">
        <p:scale>
          <a:sx n="102" d="100"/>
          <a:sy n="102" d="100"/>
        </p:scale>
        <p:origin x="750" y="11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tags" Target="tags/tag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09/08/2025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09.08.2025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0734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70894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12619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365496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193548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719106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379863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079309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869197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74775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25665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1694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79773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55354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708028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82352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20460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170839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74231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182489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8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1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2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3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4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6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8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3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vmlDrawing" Target="../drawings/vmlDrawing1.v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think-cell Slide" r:id="rId29" imgW="306" imgH="306" progId="TCLayout.ActiveDocument.1">
                  <p:embed/>
                </p:oleObj>
              </mc:Choice>
              <mc:Fallback>
                <p:oleObj name="think-cell Slide" r:id="rId29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3.jpg"/><Relationship Id="rId12" Type="http://schemas.openxmlformats.org/officeDocument/2006/relationships/image" Target="../media/image18.png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.emf"/><Relationship Id="rId11" Type="http://schemas.openxmlformats.org/officeDocument/2006/relationships/image" Target="../media/image17.svg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16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0.jpg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7.bin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21.png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8.bin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3.jpg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29.bin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50.jpg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0.bin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57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81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05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4199" y="1076849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29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9" y="1367628"/>
            <a:ext cx="5797365" cy="426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091D56-98A5-4302-B751-5870A6472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437106" cy="521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BOARDS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DAE027-171A-4847-9514-DB50BEBE3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010" y="1098000"/>
            <a:ext cx="7297980" cy="518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30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INFOR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4046D7-BC65-4DF9-92C1-8A005755B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17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USER INFOR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F6F414-D705-49CB-A3BD-AB83352BE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9720000" cy="545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6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TEMPLATE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295845-5141-445A-9620-9D75F694E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6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TEMPLATE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88AEC-FD56-4FD9-A328-23175A475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823975"/>
            <a:ext cx="10432658" cy="321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377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9550A-099E-4B27-8132-B67914E09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2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465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DASHBOARD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5CDADB-9FFB-4D65-9BDF-0D33ED87D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553583" cy="4275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CA3A99-ADFC-4E59-AD10-5DBCC862F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54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94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9D8E82-4DC9-4501-A7FC-B7F8B85FF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8015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0DDA15-7B17-44B8-9EBC-582E8E748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08834"/>
            <a:ext cx="10500487" cy="529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45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CBD71-AB40-4FE3-93D8-A2A0C2C62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271" y="1098000"/>
            <a:ext cx="7043457" cy="509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17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163FA8-0C8C-47EA-A750-EAAC58DA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0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EC6A8B-7A00-4875-B96E-2B6A8A85A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2385867"/>
            <a:ext cx="10278909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E7EC47-258E-4C07-B46A-9F24B7B14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002" y="979942"/>
            <a:ext cx="8244473" cy="513536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FFCF48-4FAA-41FC-945E-9CEC0C883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99" y="979942"/>
            <a:ext cx="4344006" cy="5048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C75EE46-9EE1-4D75-BA92-11F19C65EF6B}"/>
              </a:ext>
            </a:extLst>
          </p:cNvPr>
          <p:cNvSpPr/>
          <p:nvPr/>
        </p:nvSpPr>
        <p:spPr>
          <a:xfrm>
            <a:off x="3506772" y="1098000"/>
            <a:ext cx="810705" cy="29716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b="1" dirty="0" err="1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DA4071-1E3A-44FE-A243-0A1FD475BA45}"/>
              </a:ext>
            </a:extLst>
          </p:cNvPr>
          <p:cNvCxnSpPr>
            <a:stCxn id="11" idx="3"/>
          </p:cNvCxnSpPr>
          <p:nvPr/>
        </p:nvCxnSpPr>
        <p:spPr>
          <a:xfrm>
            <a:off x="4317477" y="1246584"/>
            <a:ext cx="688156" cy="238253"/>
          </a:xfrm>
          <a:prstGeom prst="straightConnector1">
            <a:avLst/>
          </a:prstGeom>
          <a:ln w="28575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402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44BBFD-6297-4563-915E-D4B82B47C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492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58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SETTING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8CA5D4-356E-4FA2-9880-5D663DD7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390731" cy="530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91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7F1970-68C9-49E1-81A4-77B09DF34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550228" cy="5270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69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E3B05-7262-40E7-822D-96ADD01803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550228" cy="494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1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F8FAEF-DEC9-4308-9A74-7F1DC458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531374" cy="472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58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56B07E-9BBC-49B1-951F-CCC32AFE8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51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COMMENT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D33B23-7B25-4411-B00C-5132996AA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03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B66769-D66A-4529-B652-D8418B338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720000" cy="532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525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0CD240-A8C2-4381-81C6-91B1DB7F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3950" y="1098000"/>
            <a:ext cx="8184100" cy="513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4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53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1525</TotalTime>
  <Words>223</Words>
  <Application>Microsoft Office PowerPoint</Application>
  <PresentationFormat>Widescreen</PresentationFormat>
  <Paragraphs>88</Paragraphs>
  <Slides>34</Slides>
  <Notes>34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USER BOARDS</vt:lpstr>
      <vt:lpstr>USER BOARDS RELATIONSHIP</vt:lpstr>
      <vt:lpstr>USER INFOR</vt:lpstr>
      <vt:lpstr>EDIT USER INFOR</vt:lpstr>
      <vt:lpstr>USER TEMPLATE</vt:lpstr>
      <vt:lpstr>USER TEMPLATE RELATIONSHIP</vt:lpstr>
      <vt:lpstr>TEMPLATE DETAIL</vt:lpstr>
      <vt:lpstr>WORKSPACE DASHBOARD</vt:lpstr>
      <vt:lpstr>WORKSPACE MEMBER</vt:lpstr>
      <vt:lpstr>WORKSPACE MEMBER RELATIONSHIP</vt:lpstr>
      <vt:lpstr>WORKSPACE SETTING</vt:lpstr>
      <vt:lpstr>WORKSPACE SETTING RELATIONSHIP</vt:lpstr>
      <vt:lpstr>BOARD DETAIL</vt:lpstr>
      <vt:lpstr>BOARD DETAIL RELATIONSHIP</vt:lpstr>
      <vt:lpstr>BOARD SHARE</vt:lpstr>
      <vt:lpstr>BOARD SHARE</vt:lpstr>
      <vt:lpstr>BOARD SETTING</vt:lpstr>
      <vt:lpstr>CARD DETAIL</vt:lpstr>
      <vt:lpstr>LABEL</vt:lpstr>
      <vt:lpstr>ATTACHMENT</vt:lpstr>
      <vt:lpstr>CHECKLIST</vt:lpstr>
      <vt:lpstr>CARD COMMENT</vt:lpstr>
      <vt:lpstr>CUSTOM FIELD</vt:lpstr>
      <vt:lpstr>CUSTOM FIELD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95</cp:revision>
  <dcterms:created xsi:type="dcterms:W3CDTF">2025-07-10T03:51:23Z</dcterms:created>
  <dcterms:modified xsi:type="dcterms:W3CDTF">2025-08-09T12:03:12Z</dcterms:modified>
</cp:coreProperties>
</file>