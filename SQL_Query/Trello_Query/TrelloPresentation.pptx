
<file path=[Content_Types].xml><?xml version="1.0" encoding="utf-8"?>
<Types xmlns="http://schemas.openxmlformats.org/package/2006/content-types">
  <Default Extension="bin" ContentType="application/vnd.openxmlformats-officedocument.oleObject"/>
  <Default Extension="png" ContentType="image/png"/>
  <Default Extension="svg" ContentType="image/svg+xml"/>
  <Default Extension="emf" ContentType="image/x-emf"/>
  <Default Extension="jpeg" ContentType="image/jpeg"/>
  <Default Extension="rels" ContentType="application/vnd.openxmlformats-package.relationships+xml"/>
  <Default Extension="xml" ContentType="application/xml"/>
  <Default Extension="vml" ContentType="application/vnd.openxmlformats-officedocument.vmlDrawing"/>
  <Default Extension="jpg" ContentType="image/jpeg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tags/tag28.xml" ContentType="application/vnd.openxmlformats-officedocument.presentationml.tags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tags/tag29.xml" ContentType="application/vnd.openxmlformats-officedocument.presentationml.tags+xml"/>
  <Override PartName="/ppt/notesSlides/notesSlide5.xml" ContentType="application/vnd.openxmlformats-officedocument.presentationml.notesSlide+xml"/>
  <Override PartName="/ppt/tags/tag30.xml" ContentType="application/vnd.openxmlformats-officedocument.presentationml.tags+xml"/>
  <Override PartName="/ppt/notesSlides/notesSlide6.xml" ContentType="application/vnd.openxmlformats-officedocument.presentationml.notesSlide+xml"/>
  <Override PartName="/ppt/tags/tag31.xml" ContentType="application/vnd.openxmlformats-officedocument.presentationml.tags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tags/tag32.xml" ContentType="application/vnd.openxmlformats-officedocument.presentationml.tags+xml"/>
  <Override PartName="/ppt/notesSlides/notesSlide4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8" r:id="rId3"/>
  </p:sldMasterIdLst>
  <p:notesMasterIdLst>
    <p:notesMasterId r:id="rId45"/>
  </p:notesMasterIdLst>
  <p:handoutMasterIdLst>
    <p:handoutMasterId r:id="rId46"/>
  </p:handoutMasterIdLst>
  <p:sldIdLst>
    <p:sldId id="321" r:id="rId4"/>
    <p:sldId id="330" r:id="rId5"/>
    <p:sldId id="290" r:id="rId6"/>
    <p:sldId id="331" r:id="rId7"/>
    <p:sldId id="294" r:id="rId8"/>
    <p:sldId id="281" r:id="rId9"/>
    <p:sldId id="2145705925" r:id="rId10"/>
    <p:sldId id="2145705951" r:id="rId11"/>
    <p:sldId id="2145705952" r:id="rId12"/>
    <p:sldId id="2145705972" r:id="rId13"/>
    <p:sldId id="2145705953" r:id="rId14"/>
    <p:sldId id="2145705968" r:id="rId15"/>
    <p:sldId id="2145705969" r:id="rId16"/>
    <p:sldId id="2145705973" r:id="rId17"/>
    <p:sldId id="2145705970" r:id="rId18"/>
    <p:sldId id="2145705954" r:id="rId19"/>
    <p:sldId id="2145705965" r:id="rId20"/>
    <p:sldId id="2145705974" r:id="rId21"/>
    <p:sldId id="2145705966" r:id="rId22"/>
    <p:sldId id="2145705975" r:id="rId23"/>
    <p:sldId id="2145705955" r:id="rId24"/>
    <p:sldId id="2145705976" r:id="rId25"/>
    <p:sldId id="2145705964" r:id="rId26"/>
    <p:sldId id="2145705977" r:id="rId27"/>
    <p:sldId id="2145705967" r:id="rId28"/>
    <p:sldId id="2145705978" r:id="rId29"/>
    <p:sldId id="2145705979" r:id="rId30"/>
    <p:sldId id="2145705980" r:id="rId31"/>
    <p:sldId id="2145705957" r:id="rId32"/>
    <p:sldId id="2145705981" r:id="rId33"/>
    <p:sldId id="2145705958" r:id="rId34"/>
    <p:sldId id="2145705982" r:id="rId35"/>
    <p:sldId id="2145705959" r:id="rId36"/>
    <p:sldId id="2145705983" r:id="rId37"/>
    <p:sldId id="2145705960" r:id="rId38"/>
    <p:sldId id="2145705984" r:id="rId39"/>
    <p:sldId id="2145705963" r:id="rId40"/>
    <p:sldId id="2145705985" r:id="rId41"/>
    <p:sldId id="2145705971" r:id="rId42"/>
    <p:sldId id="2145705986" r:id="rId43"/>
    <p:sldId id="315" r:id="rId44"/>
  </p:sldIdLst>
  <p:sldSz cx="12192000" cy="6858000"/>
  <p:notesSz cx="6858000" cy="9144000"/>
  <p:custDataLst>
    <p:tags r:id="rId47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Notes" id="{22A221C9-5B71-4357-B92B-47EC9E1F1A43}">
          <p14:sldIdLst/>
        </p14:section>
        <p14:section name="Slide examples" id="{92C1AA63-312F-4789-8247-203676534D38}">
          <p14:sldIdLst>
            <p14:sldId id="321"/>
            <p14:sldId id="330"/>
            <p14:sldId id="290"/>
            <p14:sldId id="331"/>
            <p14:sldId id="294"/>
            <p14:sldId id="281"/>
            <p14:sldId id="2145705925"/>
            <p14:sldId id="2145705951"/>
            <p14:sldId id="2145705952"/>
            <p14:sldId id="2145705972"/>
            <p14:sldId id="2145705953"/>
            <p14:sldId id="2145705968"/>
            <p14:sldId id="2145705969"/>
            <p14:sldId id="2145705973"/>
            <p14:sldId id="2145705970"/>
            <p14:sldId id="2145705954"/>
            <p14:sldId id="2145705965"/>
            <p14:sldId id="2145705974"/>
            <p14:sldId id="2145705966"/>
            <p14:sldId id="2145705975"/>
            <p14:sldId id="2145705955"/>
            <p14:sldId id="2145705976"/>
            <p14:sldId id="2145705964"/>
            <p14:sldId id="2145705977"/>
            <p14:sldId id="2145705967"/>
            <p14:sldId id="2145705978"/>
            <p14:sldId id="2145705979"/>
            <p14:sldId id="2145705980"/>
            <p14:sldId id="2145705957"/>
            <p14:sldId id="2145705981"/>
            <p14:sldId id="2145705958"/>
            <p14:sldId id="2145705982"/>
            <p14:sldId id="2145705959"/>
            <p14:sldId id="2145705983"/>
            <p14:sldId id="2145705960"/>
            <p14:sldId id="2145705984"/>
            <p14:sldId id="2145705963"/>
            <p14:sldId id="2145705985"/>
            <p14:sldId id="2145705971"/>
            <p14:sldId id="2145705986"/>
            <p14:sldId id="315"/>
          </p14:sldIdLst>
        </p14:section>
        <p14:section name="How-to guides" id="{940A1398-85E1-49ED-8D6E-5B86E8378269}">
          <p14:sldIdLst/>
        </p14:section>
        <p14:section name="Style guide" id="{469652BB-A032-4484-908B-5AD5FE899E09}">
          <p14:sldIdLst/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300D6"/>
    <a:srgbClr val="9A07CB"/>
    <a:srgbClr val="00467F"/>
    <a:srgbClr val="3333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495" autoAdjust="0"/>
    <p:restoredTop sz="90291" autoAdjust="0"/>
  </p:normalViewPr>
  <p:slideViewPr>
    <p:cSldViewPr snapToGrid="0" snapToObjects="1" showGuides="1">
      <p:cViewPr varScale="1">
        <p:scale>
          <a:sx n="102" d="100"/>
          <a:sy n="102" d="100"/>
        </p:scale>
        <p:origin x="750" y="114"/>
      </p:cViewPr>
      <p:guideLst/>
    </p:cSldViewPr>
  </p:slideViewPr>
  <p:outlineViewPr>
    <p:cViewPr>
      <p:scale>
        <a:sx n="33" d="100"/>
        <a:sy n="33" d="100"/>
      </p:scale>
      <p:origin x="0" y="-2460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33" d="100"/>
        <a:sy n="33" d="100"/>
      </p:scale>
      <p:origin x="0" y="0"/>
    </p:cViewPr>
  </p:sorterViewPr>
  <p:notesViewPr>
    <p:cSldViewPr snapToGrid="0" snapToObjects="1" showGuides="1">
      <p:cViewPr varScale="1">
        <p:scale>
          <a:sx n="80" d="100"/>
          <a:sy n="80" d="100"/>
        </p:scale>
        <p:origin x="3912" y="9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slide" Target="slides/slide23.xml"/><Relationship Id="rId39" Type="http://schemas.openxmlformats.org/officeDocument/2006/relationships/slide" Target="slides/slide36.xml"/><Relationship Id="rId21" Type="http://schemas.openxmlformats.org/officeDocument/2006/relationships/slide" Target="slides/slide18.xml"/><Relationship Id="rId34" Type="http://schemas.openxmlformats.org/officeDocument/2006/relationships/slide" Target="slides/slide31.xml"/><Relationship Id="rId42" Type="http://schemas.openxmlformats.org/officeDocument/2006/relationships/slide" Target="slides/slide39.xml"/><Relationship Id="rId47" Type="http://schemas.openxmlformats.org/officeDocument/2006/relationships/tags" Target="tags/tag1.xml"/><Relationship Id="rId50" Type="http://schemas.openxmlformats.org/officeDocument/2006/relationships/theme" Target="theme/theme1.xml"/><Relationship Id="rId7" Type="http://schemas.openxmlformats.org/officeDocument/2006/relationships/slide" Target="slides/slide4.xml"/><Relationship Id="rId2" Type="http://schemas.openxmlformats.org/officeDocument/2006/relationships/customXml" Target="../customXml/item2.xml"/><Relationship Id="rId16" Type="http://schemas.openxmlformats.org/officeDocument/2006/relationships/slide" Target="slides/slide13.xml"/><Relationship Id="rId29" Type="http://schemas.openxmlformats.org/officeDocument/2006/relationships/slide" Target="slides/slide26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32" Type="http://schemas.openxmlformats.org/officeDocument/2006/relationships/slide" Target="slides/slide29.xml"/><Relationship Id="rId37" Type="http://schemas.openxmlformats.org/officeDocument/2006/relationships/slide" Target="slides/slide34.xml"/><Relationship Id="rId40" Type="http://schemas.openxmlformats.org/officeDocument/2006/relationships/slide" Target="slides/slide37.xml"/><Relationship Id="rId45" Type="http://schemas.openxmlformats.org/officeDocument/2006/relationships/notesMaster" Target="notesMasters/notesMaster1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36" Type="http://schemas.openxmlformats.org/officeDocument/2006/relationships/slide" Target="slides/slide33.xml"/><Relationship Id="rId49" Type="http://schemas.openxmlformats.org/officeDocument/2006/relationships/viewProps" Target="viewProps.xml"/><Relationship Id="rId10" Type="http://schemas.openxmlformats.org/officeDocument/2006/relationships/slide" Target="slides/slide7.xml"/><Relationship Id="rId19" Type="http://schemas.openxmlformats.org/officeDocument/2006/relationships/slide" Target="slides/slide16.xml"/><Relationship Id="rId31" Type="http://schemas.openxmlformats.org/officeDocument/2006/relationships/slide" Target="slides/slide28.xml"/><Relationship Id="rId44" Type="http://schemas.openxmlformats.org/officeDocument/2006/relationships/slide" Target="slides/slide41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30" Type="http://schemas.openxmlformats.org/officeDocument/2006/relationships/slide" Target="slides/slide27.xml"/><Relationship Id="rId35" Type="http://schemas.openxmlformats.org/officeDocument/2006/relationships/slide" Target="slides/slide32.xml"/><Relationship Id="rId43" Type="http://schemas.openxmlformats.org/officeDocument/2006/relationships/slide" Target="slides/slide40.xml"/><Relationship Id="rId48" Type="http://schemas.openxmlformats.org/officeDocument/2006/relationships/presProps" Target="presProps.xml"/><Relationship Id="rId8" Type="http://schemas.openxmlformats.org/officeDocument/2006/relationships/slide" Target="slides/slide5.xml"/><Relationship Id="rId51" Type="http://schemas.openxmlformats.org/officeDocument/2006/relationships/tableStyles" Target="tableStyles.xml"/><Relationship Id="rId3" Type="http://schemas.openxmlformats.org/officeDocument/2006/relationships/slideMaster" Target="slideMasters/slideMaster1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slide" Target="slides/slide30.xml"/><Relationship Id="rId38" Type="http://schemas.openxmlformats.org/officeDocument/2006/relationships/slide" Target="slides/slide35.xml"/><Relationship Id="rId46" Type="http://schemas.openxmlformats.org/officeDocument/2006/relationships/handoutMaster" Target="handoutMasters/handoutMaster1.xml"/><Relationship Id="rId20" Type="http://schemas.openxmlformats.org/officeDocument/2006/relationships/slide" Target="slides/slide17.xml"/><Relationship Id="rId41" Type="http://schemas.openxmlformats.org/officeDocument/2006/relationships/slide" Target="slides/slide38.xml"/><Relationship Id="rId1" Type="http://schemas.openxmlformats.org/officeDocument/2006/relationships/customXml" Target="../customXml/item1.xml"/><Relationship Id="rId6" Type="http://schemas.openxmlformats.org/officeDocument/2006/relationships/slide" Target="slides/slide3.xml"/></Relationships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2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3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4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5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6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7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8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9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0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1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2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3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4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5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6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7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8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9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20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21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22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23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24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25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26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27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28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29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30.vml.rels><?xml version="1.0" encoding="UTF-8" standalone="yes"?>
<Relationships xmlns="http://schemas.openxmlformats.org/package/2006/relationships"><Relationship Id="rId1" Type="http://schemas.openxmlformats.org/officeDocument/2006/relationships/image" Target="../media/image22.emf"/></Relationships>
</file>

<file path=ppt/drawings/_rels/vmlDrawing31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7904110-CA28-333E-2C34-1D6898DC0F0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078BA21-CD2F-EE12-5978-472132E8FF6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EF5959A-AE8E-4098-8E47-081D9FE6ACD1}" type="datetimeFigureOut">
              <a:rPr lang="en-GB" smtClean="0"/>
              <a:t>10/08/2025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90F835B-6669-0F4A-D3F6-4284B75B497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0F16185-AADD-6E7A-A4FC-A558DFE03E0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B9649B8-B442-4509-AEA1-C442A31137E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1352196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rtl="0">
              <a:defRPr sz="1200"/>
            </a:lvl1pPr>
          </a:lstStyle>
          <a:p>
            <a:endParaRPr lang="de-CH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rtl="0">
              <a:defRPr sz="1200"/>
            </a:lvl1pPr>
          </a:lstStyle>
          <a:p>
            <a:fld id="{82F50848-CCE2-4F33-8910-F863336B6EB2}" type="datetimeFigureOut">
              <a:rPr lang="de-CH" smtClean="0"/>
              <a:pPr/>
              <a:t>10.08.2025</a:t>
            </a:fld>
            <a:endParaRPr lang="de-CH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CH"/>
              <a:t>Click to edit Master text styles</a:t>
            </a:r>
          </a:p>
          <a:p>
            <a:pPr lvl="1"/>
            <a:r>
              <a:rPr lang="de-CH"/>
              <a:t>Second level</a:t>
            </a:r>
          </a:p>
          <a:p>
            <a:pPr lvl="2"/>
            <a:r>
              <a:rPr lang="de-CH"/>
              <a:t>Third level</a:t>
            </a:r>
          </a:p>
          <a:p>
            <a:pPr lvl="3"/>
            <a:r>
              <a:rPr lang="de-CH"/>
              <a:t>Fourth level</a:t>
            </a:r>
          </a:p>
          <a:p>
            <a:pPr lvl="4"/>
            <a:r>
              <a:rPr lang="de-CH"/>
              <a:t>Fifth level</a:t>
            </a:r>
            <a:endParaRPr lang="de-CH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rtl="0">
              <a:defRPr sz="1200"/>
            </a:lvl1pPr>
          </a:lstStyle>
          <a:p>
            <a:endParaRPr lang="de-C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rtl="0">
              <a:defRPr sz="1200"/>
            </a:lvl1pPr>
          </a:lstStyle>
          <a:p>
            <a:fld id="{6A4FF178-7F5C-4C53-AC97-DF4205D97146}" type="slidenum">
              <a:rPr lang="de-CH" smtClean="0"/>
              <a:pPr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7552304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1</a:t>
            </a:fld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169049385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2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21824571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3</a:t>
            </a:fld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345356436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4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0281701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5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8966981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6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27377701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7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86234833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8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07163607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-- Query Starred Board By User</a:t>
            </a:r>
          </a:p>
          <a:p>
            <a:r>
              <a:rPr lang="en-US" dirty="0"/>
              <a:t>select </a:t>
            </a:r>
          </a:p>
          <a:p>
            <a:r>
              <a:rPr lang="en-US" dirty="0"/>
              <a:t>  </a:t>
            </a:r>
            <a:r>
              <a:rPr lang="en-US" dirty="0" err="1"/>
              <a:t>b.Id</a:t>
            </a:r>
            <a:r>
              <a:rPr lang="en-US" dirty="0"/>
              <a:t>, </a:t>
            </a:r>
          </a:p>
          <a:p>
            <a:r>
              <a:rPr lang="en-US" dirty="0"/>
              <a:t>  </a:t>
            </a:r>
            <a:r>
              <a:rPr lang="en-US" dirty="0" err="1"/>
              <a:t>b.BoardName</a:t>
            </a:r>
            <a:r>
              <a:rPr lang="en-US" dirty="0"/>
              <a:t>, </a:t>
            </a:r>
          </a:p>
          <a:p>
            <a:r>
              <a:rPr lang="en-US" dirty="0"/>
              <a:t>  </a:t>
            </a:r>
            <a:r>
              <a:rPr lang="en-US" dirty="0" err="1"/>
              <a:t>b.BackgroundUrl</a:t>
            </a:r>
            <a:r>
              <a:rPr lang="en-US" dirty="0"/>
              <a:t> </a:t>
            </a:r>
          </a:p>
          <a:p>
            <a:r>
              <a:rPr lang="en-US" dirty="0"/>
              <a:t>from </a:t>
            </a:r>
          </a:p>
          <a:p>
            <a:r>
              <a:rPr lang="en-US" dirty="0"/>
              <a:t>  </a:t>
            </a:r>
            <a:r>
              <a:rPr lang="en-US" dirty="0" err="1"/>
              <a:t>UserStarredBoard</a:t>
            </a:r>
            <a:r>
              <a:rPr lang="en-US" dirty="0"/>
              <a:t> </a:t>
            </a:r>
            <a:r>
              <a:rPr lang="en-US" dirty="0" err="1"/>
              <a:t>usb</a:t>
            </a:r>
            <a:r>
              <a:rPr lang="en-US" dirty="0"/>
              <a:t> </a:t>
            </a:r>
          </a:p>
          <a:p>
            <a:r>
              <a:rPr lang="en-US" dirty="0"/>
              <a:t>  join Board b on </a:t>
            </a:r>
            <a:r>
              <a:rPr lang="en-US" dirty="0" err="1"/>
              <a:t>b.Id</a:t>
            </a:r>
            <a:r>
              <a:rPr lang="en-US" dirty="0"/>
              <a:t> = </a:t>
            </a:r>
            <a:r>
              <a:rPr lang="en-US" dirty="0" err="1"/>
              <a:t>usb.BoardId</a:t>
            </a:r>
            <a:r>
              <a:rPr lang="en-US" dirty="0"/>
              <a:t> </a:t>
            </a:r>
          </a:p>
          <a:p>
            <a:r>
              <a:rPr lang="en-US" dirty="0"/>
              <a:t>where </a:t>
            </a:r>
          </a:p>
          <a:p>
            <a:r>
              <a:rPr lang="en-US" dirty="0"/>
              <a:t>  </a:t>
            </a:r>
            <a:r>
              <a:rPr lang="en-US" dirty="0" err="1"/>
              <a:t>usb.UserId</a:t>
            </a:r>
            <a:r>
              <a:rPr lang="en-US" dirty="0"/>
              <a:t> = 1 </a:t>
            </a:r>
          </a:p>
          <a:p>
            <a:r>
              <a:rPr lang="en-US" dirty="0"/>
              <a:t>order by </a:t>
            </a:r>
          </a:p>
          <a:p>
            <a:r>
              <a:rPr lang="en-US" dirty="0"/>
              <a:t>  </a:t>
            </a:r>
            <a:r>
              <a:rPr lang="en-US" dirty="0" err="1"/>
              <a:t>usb.CreatedAt</a:t>
            </a:r>
            <a:r>
              <a:rPr lang="en-US" dirty="0"/>
              <a:t> desc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SELECT TOP 4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as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BoardId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b.BoardName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b.BackgroundUrl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FROM Board b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JOIN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UserViewHistory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uvh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ON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uvh.OwnerId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=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b.Id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JOIN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OwnerType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owt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on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owt.Id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=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uvh.OwnerTypeId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and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owt.OwnerTypeValue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='board'</a:t>
            </a:r>
          </a:p>
          <a:p>
            <a:r>
              <a:rPr lang="fi-FI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JOIN Users u ON u.Id = uvh.UserId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WHERE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1 --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userId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ORDER BY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uvh.AccessedAt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DESC;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--  Query all Workspace where User is a Member. For each workspace, get all Board where User is also a Member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SELECT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AS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WorkspaceId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w.WorkspaceName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w.LogoUrl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AS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WorkspaceIcon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AS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BoardId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b.BoardName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AS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BoardName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b.BoardDescription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b.BackgroundUrl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b.CreatedAt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FROM Workspace w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-- Find Workspace where User is a Member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JOIN Members mw ON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mw.OwnerId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w.Id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JOIN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OwnerType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otw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ON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otw.Id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mw.OwnerTypeId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AND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otw.OwnerTypeValue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'workspace'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-- Find Board corresponding to Workspace where User is also a Member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JOIN Board b ON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b.WorkspaceId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w.Id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JOIN Members mb ON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mb.OwnerId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b.Id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JOIN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OwnerType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otb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ON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otb.Id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mb.OwnerTypeId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AND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otb.OwnerTypeValue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'board'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WHERE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mb.UserId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9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00269864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10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53073432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--Get User Infor by Email</a:t>
            </a:r>
          </a:p>
          <a:p>
            <a:r>
              <a:rPr lang="en-US" dirty="0"/>
              <a:t>select </a:t>
            </a:r>
          </a:p>
          <a:p>
            <a:r>
              <a:rPr lang="en-US" dirty="0"/>
              <a:t>  </a:t>
            </a:r>
            <a:r>
              <a:rPr lang="en-US" dirty="0" err="1"/>
              <a:t>usr.FullName</a:t>
            </a:r>
            <a:r>
              <a:rPr lang="en-US" dirty="0"/>
              <a:t>, </a:t>
            </a:r>
          </a:p>
          <a:p>
            <a:r>
              <a:rPr lang="en-US" dirty="0"/>
              <a:t>  </a:t>
            </a:r>
            <a:r>
              <a:rPr lang="en-US" dirty="0" err="1"/>
              <a:t>usr.PictureUrl</a:t>
            </a:r>
            <a:r>
              <a:rPr lang="en-US" dirty="0"/>
              <a:t>, </a:t>
            </a:r>
          </a:p>
          <a:p>
            <a:r>
              <a:rPr lang="en-US" dirty="0"/>
              <a:t>  </a:t>
            </a:r>
            <a:r>
              <a:rPr lang="en-US" dirty="0" err="1"/>
              <a:t>usr.Email</a:t>
            </a:r>
            <a:r>
              <a:rPr lang="en-US" dirty="0"/>
              <a:t> </a:t>
            </a:r>
          </a:p>
          <a:p>
            <a:r>
              <a:rPr lang="en-US" dirty="0"/>
              <a:t>from </a:t>
            </a:r>
          </a:p>
          <a:p>
            <a:r>
              <a:rPr lang="en-US" dirty="0"/>
              <a:t>  Users </a:t>
            </a:r>
            <a:r>
              <a:rPr lang="en-US" dirty="0" err="1"/>
              <a:t>usr</a:t>
            </a:r>
            <a:r>
              <a:rPr lang="en-US" dirty="0"/>
              <a:t> </a:t>
            </a:r>
          </a:p>
          <a:p>
            <a:r>
              <a:rPr lang="en-US" dirty="0"/>
              <a:t>where </a:t>
            </a:r>
          </a:p>
          <a:p>
            <a:r>
              <a:rPr lang="en-US" dirty="0"/>
              <a:t>  </a:t>
            </a:r>
            <a:r>
              <a:rPr lang="en-US" dirty="0" err="1"/>
              <a:t>usr.Email</a:t>
            </a:r>
            <a:r>
              <a:rPr lang="en-US" dirty="0"/>
              <a:t> = ''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11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32811546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--Update Username and Bio by Id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update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Users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set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Username = '',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Bio = ''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where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Email = ''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12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83708944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-- 7. Get top 7 template categories</a:t>
            </a:r>
          </a:p>
          <a:p>
            <a:r>
              <a:rPr lang="en-US" dirty="0"/>
              <a:t>select </a:t>
            </a:r>
          </a:p>
          <a:p>
            <a:r>
              <a:rPr lang="en-US" dirty="0"/>
              <a:t>  Top 7 </a:t>
            </a:r>
            <a:r>
              <a:rPr lang="en-US" dirty="0" err="1"/>
              <a:t>tpc.Id</a:t>
            </a:r>
            <a:r>
              <a:rPr lang="en-US" dirty="0"/>
              <a:t>, </a:t>
            </a:r>
          </a:p>
          <a:p>
            <a:r>
              <a:rPr lang="en-US" dirty="0"/>
              <a:t>  </a:t>
            </a:r>
            <a:r>
              <a:rPr lang="en-US" dirty="0" err="1"/>
              <a:t>tpc.DisplayValue</a:t>
            </a:r>
            <a:r>
              <a:rPr lang="en-US" dirty="0"/>
              <a:t>, </a:t>
            </a:r>
          </a:p>
          <a:p>
            <a:r>
              <a:rPr lang="en-US" dirty="0"/>
              <a:t>  </a:t>
            </a:r>
            <a:r>
              <a:rPr lang="en-US" dirty="0" err="1"/>
              <a:t>tpc.IconUrl</a:t>
            </a:r>
            <a:r>
              <a:rPr lang="en-US" dirty="0"/>
              <a:t> </a:t>
            </a:r>
          </a:p>
          <a:p>
            <a:r>
              <a:rPr lang="en-US" dirty="0"/>
              <a:t>from </a:t>
            </a:r>
          </a:p>
          <a:p>
            <a:r>
              <a:rPr lang="en-US" dirty="0"/>
              <a:t>  </a:t>
            </a:r>
            <a:r>
              <a:rPr lang="en-US" dirty="0" err="1"/>
              <a:t>TemplateCategory</a:t>
            </a:r>
            <a:r>
              <a:rPr lang="en-US" dirty="0"/>
              <a:t> </a:t>
            </a:r>
            <a:r>
              <a:rPr lang="en-US" dirty="0" err="1"/>
              <a:t>tpc</a:t>
            </a:r>
            <a:endParaRPr lang="en-US" dirty="0"/>
          </a:p>
          <a:p>
            <a:br>
              <a:rPr lang="en-US" dirty="0"/>
            </a:b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-- 8. Get New and notable templates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SELECT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as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TemplateId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t.Title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t.BackgroundUrl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t.CreatedAt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t.CreatedBy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t.Copied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t.Viewed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t.TemplateDescription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FROM Template t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ORDER BY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t.CreatedAt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DESC,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t.Viewed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DESC,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t.Copied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DESC;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13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8126194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14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53654962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-- Get template details and the Board associated with that template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-- Get All Template Detail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SELECT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as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TemplateId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t.Title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u.Username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t.Copied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t.Viewed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t.TemplateDescription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as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BoardId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b.BoardName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b.BoardStatus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FROM Template t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JOIN Board b ON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t.BoardId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JOIN Users u ON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t.CreatedBy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u.Id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WHERE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1; --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templateId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GO</a:t>
            </a:r>
          </a:p>
          <a:p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--Get all Stage, Card belong to Board in Template (Store Procedure)</a:t>
            </a:r>
          </a:p>
          <a:p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CREATE OR ALTER PROCEDURE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GetBoardDetail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@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BoardTemplateId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INT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AS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BEGIN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--Get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BoardDetail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SELECT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as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BoardId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b.BoardName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b.BackgroundUrl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b.BoardStatus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FROM Board b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WHERE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=@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BoardTemplateId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--Get Stage in Board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SELECT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as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StageId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s.Title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as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StageTitle,s.Position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as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StagePosition,c.ColorName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as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BackgroundColor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FROM Stage s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JOIN Color c on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=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s.ColorId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where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s.BoardId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=@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BoardTemplateId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--Get Card in Stage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SELECT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crd.Id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AS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CardId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crd.Title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AS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CardTitle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crd.StageId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crd.CoverValue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color.ColorName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a.AttachmentPath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crd.Position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crd.CardDescription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FROM CARDS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crd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JOIN Stage s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ON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crd.StageId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JOIN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CardCoverType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cct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ON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cct.Id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crd.CardCoverTypeId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LEFT JOIN Color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color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ON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cct.TypeValue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'color'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AND TRY_CAST(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crd.CoverValue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AS INT) =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color.Id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LEFT JOIN Attachment a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ON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cct.TypeValue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'attachment'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AND TRY_CAST(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crd.CoverValue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AS INT) =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a.Id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WHERE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s.BoardId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@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BoardTemplateId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ORDER BY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StageId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;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END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GO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EXEC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GetBoardDetail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@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BoardTemplateId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=20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15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51935484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-- Get Workspace Name,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SettingKey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=‘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workspacevisibility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 and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SettingValue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-- related to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SettingKey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of Workspace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WITH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SettingValueForWorkspace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AS (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SELECT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sv.Id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as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SettingValueId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sv.OwnerId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sk.Id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sk.OwnerTypeId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sk.KeyName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so.DisplayValue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FROM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SettingValue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sv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JOIN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SettingKey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sk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ON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sk.Id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sv.SettingKeyId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LEFT JOIN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SettingOption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so ON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sv.SettingContent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=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so.Id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    AND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sk.IsBoolean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=0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JOIN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OwnerType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owt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ON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owt.Id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sk.OwnerTypeId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    AND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owt.OwnerTypeValue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'workspace'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WHERE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sk.KeyName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'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workspacevisibility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)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SELECT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as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WorkspaceId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w.WorkspaceName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svfw.DisplayValue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as Visibility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FROM Workspace w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JOIN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SettingValueForWorkspace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svfw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ON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svfw.OwnerId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w.Id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WHERE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2;</a:t>
            </a:r>
          </a:p>
          <a:p>
            <a:r>
              <a:rPr lang="en-US" dirty="0"/>
              <a:t>-- Get Starred Board of User from a specific Workspace</a:t>
            </a:r>
          </a:p>
          <a:p>
            <a:r>
              <a:rPr lang="en-US" dirty="0"/>
              <a:t>select </a:t>
            </a:r>
          </a:p>
          <a:p>
            <a:r>
              <a:rPr lang="en-US" dirty="0"/>
              <a:t>  </a:t>
            </a:r>
            <a:r>
              <a:rPr lang="en-US" dirty="0" err="1"/>
              <a:t>brd.Id</a:t>
            </a:r>
            <a:r>
              <a:rPr lang="en-US" dirty="0"/>
              <a:t>, </a:t>
            </a:r>
          </a:p>
          <a:p>
            <a:r>
              <a:rPr lang="en-US" dirty="0"/>
              <a:t>  </a:t>
            </a:r>
            <a:r>
              <a:rPr lang="en-US" dirty="0" err="1"/>
              <a:t>brd.BoardName</a:t>
            </a:r>
            <a:r>
              <a:rPr lang="en-US" dirty="0"/>
              <a:t>, </a:t>
            </a:r>
          </a:p>
          <a:p>
            <a:r>
              <a:rPr lang="en-US" dirty="0"/>
              <a:t>  </a:t>
            </a:r>
            <a:r>
              <a:rPr lang="en-US" dirty="0" err="1"/>
              <a:t>brd.BackgroundUrl</a:t>
            </a:r>
            <a:r>
              <a:rPr lang="en-US" dirty="0"/>
              <a:t> </a:t>
            </a:r>
          </a:p>
          <a:p>
            <a:r>
              <a:rPr lang="en-US" dirty="0"/>
              <a:t>from </a:t>
            </a:r>
          </a:p>
          <a:p>
            <a:r>
              <a:rPr lang="en-US" dirty="0"/>
              <a:t>  </a:t>
            </a:r>
            <a:r>
              <a:rPr lang="en-US" dirty="0" err="1"/>
              <a:t>UserStarredBoard</a:t>
            </a:r>
            <a:r>
              <a:rPr lang="en-US" dirty="0"/>
              <a:t> </a:t>
            </a:r>
            <a:r>
              <a:rPr lang="en-US" dirty="0" err="1"/>
              <a:t>usb</a:t>
            </a:r>
            <a:r>
              <a:rPr lang="en-US" dirty="0"/>
              <a:t> </a:t>
            </a:r>
          </a:p>
          <a:p>
            <a:r>
              <a:rPr lang="en-US" dirty="0"/>
              <a:t>  join Board </a:t>
            </a:r>
            <a:r>
              <a:rPr lang="en-US" dirty="0" err="1"/>
              <a:t>brd</a:t>
            </a:r>
            <a:r>
              <a:rPr lang="en-US" dirty="0"/>
              <a:t> on </a:t>
            </a:r>
            <a:r>
              <a:rPr lang="en-US" dirty="0" err="1"/>
              <a:t>brd.Id</a:t>
            </a:r>
            <a:r>
              <a:rPr lang="en-US" dirty="0"/>
              <a:t> = </a:t>
            </a:r>
            <a:r>
              <a:rPr lang="en-US" dirty="0" err="1"/>
              <a:t>usb.BoardId</a:t>
            </a:r>
            <a:r>
              <a:rPr lang="en-US" dirty="0"/>
              <a:t> </a:t>
            </a:r>
          </a:p>
          <a:p>
            <a:r>
              <a:rPr lang="en-US" dirty="0"/>
              <a:t>  and </a:t>
            </a:r>
            <a:r>
              <a:rPr lang="en-US" dirty="0" err="1"/>
              <a:t>usb.UserId</a:t>
            </a:r>
            <a:r>
              <a:rPr lang="en-US" dirty="0"/>
              <a:t> = 1 </a:t>
            </a:r>
          </a:p>
          <a:p>
            <a:r>
              <a:rPr lang="en-US" dirty="0"/>
              <a:t>  join Workspace </a:t>
            </a:r>
            <a:r>
              <a:rPr lang="en-US" dirty="0" err="1"/>
              <a:t>wrs</a:t>
            </a:r>
            <a:r>
              <a:rPr lang="en-US" dirty="0"/>
              <a:t> on </a:t>
            </a:r>
            <a:r>
              <a:rPr lang="en-US" dirty="0" err="1"/>
              <a:t>wrs.Id</a:t>
            </a:r>
            <a:r>
              <a:rPr lang="en-US" dirty="0"/>
              <a:t> = </a:t>
            </a:r>
            <a:r>
              <a:rPr lang="en-US" dirty="0" err="1"/>
              <a:t>brd.WorkspaceId</a:t>
            </a:r>
            <a:r>
              <a:rPr lang="en-US" dirty="0"/>
              <a:t> </a:t>
            </a:r>
          </a:p>
          <a:p>
            <a:r>
              <a:rPr lang="en-US" dirty="0"/>
              <a:t>  and </a:t>
            </a:r>
            <a:r>
              <a:rPr lang="en-US" dirty="0" err="1"/>
              <a:t>wrs.Id</a:t>
            </a:r>
            <a:r>
              <a:rPr lang="en-US" dirty="0"/>
              <a:t> = 1 </a:t>
            </a:r>
          </a:p>
          <a:p>
            <a:r>
              <a:rPr lang="en-US" dirty="0"/>
              <a:t>order by </a:t>
            </a:r>
          </a:p>
          <a:p>
            <a:r>
              <a:rPr lang="en-US" dirty="0"/>
              <a:t>  </a:t>
            </a:r>
            <a:r>
              <a:rPr lang="en-US" dirty="0" err="1"/>
              <a:t>usb.CreatedAt</a:t>
            </a:r>
            <a:r>
              <a:rPr lang="en-US" dirty="0"/>
              <a:t> desc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-- Get "Your boards" section: Get Board belonging to Workspace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-- where User is also a Member of the Board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SELECT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as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WorkspaceId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as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BoardId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b.BoardName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b.BackgroundUrl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FROM Board b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JOIN Members m ON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m.OwnerId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b.Id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JOIN Workspace w ON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b.WorkspaceId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JOIN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OwnerType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owt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ON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owt.Id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m.OwnerTypeId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AND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owt.OwnerTypeValue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'board'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WHERE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1 AND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m.UserId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=2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16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82825059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-- Get all Members in Workspace, number of Board in Workspace that Member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-- participates in and corresponding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RolePermissions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in Workspace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WITH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WorkspaceMembers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AS (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SELECT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m.UserId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m.RolePermissonId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FROM Members m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JOIN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OwnerType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owt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ON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owt.Id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m.OwnerTypeId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WHERE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owt.OwnerTypeValue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'workspace'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AND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m.OwnerId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1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),</a:t>
            </a:r>
          </a:p>
          <a:p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BoardInWorkspace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AS (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SELECT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AS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BoardId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b.BoardName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as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BoardName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b.BackgroundUrl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FROM Board b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WHERE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b.WorkspaceId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2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),</a:t>
            </a:r>
          </a:p>
          <a:p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BoardMembers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AS (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SELECT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m.UserId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m.OwnerId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AS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BoardId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FROM Members m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JOIN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OwnerType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owt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ON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owt.Id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m.OwnerTypeId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WHERE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owt.OwnerTypeValue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'board'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)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SELECT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as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UserId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u.Username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u.Email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as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UserEmail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u.LastActive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p.PermissionName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as Permission,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COUNT(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bm.BoardId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) AS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NumBoardsJoined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STRING_AGG(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biw.BoardName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 ', ') AS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JoinedBoardNames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STRING_AGG(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biw.BackgroundUrl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 ', ') AS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JoinedBoardBackground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FROM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WorkspaceMembers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wm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LEFT JOIN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BoardMembers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bm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ON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bm.UserId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wm.UserId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JOIN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BoardInWorkspace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biw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ON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bm.BoardId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biw.BoardId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fi-FI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JOIN Users u ON wm.UserId = u.Id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JOIN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RolePermission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p ON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wm.RolePermissonId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p.Id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GROUP BY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u.Username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u.Email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u.LastActive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p.PermissionName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;</a:t>
            </a:r>
          </a:p>
          <a:p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-- Get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sharelink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of workspace and status of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sharelink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SELECT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sl.Id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as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ShareLinkId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sl.ShareLinkToken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sl.ShareLinkStatus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p.PermissionName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FROM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ShareLink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sl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JOIN Workspace w ON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sl.OwnerId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JOIN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OwnerType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owt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on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owt.Id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=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sl.OwnerTypeId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AND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owt.OwnerTypeValue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='workspace'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JOIN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RolePermission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p ON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sl.RolePermissonId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p.Id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WHERE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1;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17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67191064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18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03798633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--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SettingKey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and corresponding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SettingOption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for Workspace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SELECT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sk.KeyName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so.DisplayValue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FROM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SettingKey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sk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JOIN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SettingKeySettingOption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skso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ON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skso.SettingKeyId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sk.Id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JOIN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SettingOption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so ON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so.Id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skso.SettingOptionId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JOIN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OwnerType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owt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ON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owt.Id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sk.OwnerTypeId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AND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owt.OwnerTypeValue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'workspace';</a:t>
            </a:r>
          </a:p>
          <a:p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--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SettingValue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of specific Workspace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SELECT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sk.KeyName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sk.OwnerTypeId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sv.SettingContent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so.DisplayValue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FROM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SettingValue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sv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JOIN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SettingKey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sk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ON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sk.Id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sv.SettingKeyId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JOIN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OwnerType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owt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on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owt.Id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=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sk.OwnerTypeId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LEFT JOIN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SettingOption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so ON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so.Id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sv.SettingContent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AND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sk.IsBoolean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=0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WHERE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sv.OwnerId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1 AND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owt.OwnerTypeValue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='workspace';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19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60793099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20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58691979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-- Get All Stage and Card relate to board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CREATE OR ALTER PROCEDURE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GetBoardStagesAndCards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@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BoardId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INT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AS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BEGIN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SET NOCOUNT ON;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WITH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MemberAgg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AS (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SELECT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m.OwnerId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AS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CardId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    STRING_AGG(CAST(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AS VARCHAR(20)), ', ') AS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AssignedMemberId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    STRING_AGG(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u.Username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 ', ') WITHIN GROUP (ORDER BY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u.Username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) AS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AssignedMembers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FROM Members m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    JOIN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OwnerType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owt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ON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owt.Id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m.OwnerTypeId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        AND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owt.OwnerTypeValue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'CARD'</a:t>
            </a:r>
          </a:p>
          <a:p>
            <a:r>
              <a:rPr lang="fi-FI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    JOIN Users u ON u.Id = m.UserId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GROUP BY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m.OwnerId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),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AttachmentAgg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AS (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SELECT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tch.CardId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    COUNT(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tch.Id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) AS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AttachmentCount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FROM Attachment tch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GROUP BY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tch.CardId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),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CommentAgg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AS (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SELECT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cmm.CardId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    COUNT(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cmm.Id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) AS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CommentCount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FROM Comment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cmm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GROUP BY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cmm.CardId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),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LabelAgg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AS (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SELECT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cl.CardId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    STRING_AGG(CAST(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AS VARCHAR(20)), ', ') WITHIN GROUP (ORDER BY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) AS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LabelId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    STRING_AGG(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l.Title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 ', ')  AS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LabelTitle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FROM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CardLabel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cl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    JOIN Labels l ON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cl.LabelId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GROUP BY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cl.CardId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)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SELECT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AS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StageId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s.Title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AS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StageTitle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s.StageStatus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s.Position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AS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CardId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c.Title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AS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CardTitle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c.CardDescription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c.StartDate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c.DueDate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c.CardLocation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la.LabelId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la.LabelTitle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ma.AssignedMemberId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ma.AssignedMembers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aa.AttachmentCount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ca.CommentCount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FROM Stage s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LEFT JOIN Cards c ON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c.StageId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s.Id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LEFT JOIN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MemberAgg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ma ON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ma.CardId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LEFT JOIN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LabelAgg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la ON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la.CardId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LEFT JOIN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AttachmentAgg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aa ON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aa.CardId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LEFT JOIN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CommentAgg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ca ON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ca.CardId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WHERE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s.BoardId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@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BoardId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ORDER BY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s.Position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;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END;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GO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EXEC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GetBoardStagesAndCards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@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BoardId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1;</a:t>
            </a:r>
          </a:p>
          <a:p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21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19713607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22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33747755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--Get all Members of Board and their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RolePermissions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SELECT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u.Username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p.PermissionName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FROM Members m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JOIN Board b ON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m.OwnerId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JOIN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RolePermission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p ON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m.RolePermissonId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fi-FI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JOIN Users u ON u.Id = m.UserId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WHERE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1;</a:t>
            </a:r>
          </a:p>
          <a:p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-- Get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ShareLink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relate to Board</a:t>
            </a:r>
            <a:b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select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srl.Id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as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ShareLinkId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srl.ShareLinkStatus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as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ShareToken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srl.ShareLinkStatus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from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ShareLink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srl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JOIN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OwnerType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owt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on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owt.Id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=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srl.OwnerTypeId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AND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owt.OwnerTypeValue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='board'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where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srl.OwnerId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=1 and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srl.ShareLinkStatus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=1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23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9525665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24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32169464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--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SettingKey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and corresponding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SettingOption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for Board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SELECT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sk.Id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as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SettingKeyId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sk.KeyName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sk.OwnerTypeId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so.DisplayValue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FROM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SettingKey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sk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JOIN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SettingKeySettingOption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skso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ON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skso.SettingKeyId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sk.Id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JOIN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OwnerType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owt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ON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owt.Id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sk.OwnerTypeId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AND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owt.OwnerTypeValue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'board'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LEFT JOIN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SettingOption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so ON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so.Id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skso.SettingOptionId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</a:p>
          <a:p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--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SettingValue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corresponding to Board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SELECT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sv.Id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as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SettingValueId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sv.OwnerId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sk.KeyName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sk.IsBoolean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owt.OwnerTypeValue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sv.SettingContent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as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SettingValue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so.DisplayValue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FROM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SettingValue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sv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JOIN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SettingKey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sk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ON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sk.Id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sv.SettingKeyId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JOIN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OwnerType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owt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ON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owt.Id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sk.OwnerTypeId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AND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owt.OwnerTypeValue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'board'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LEFT JOIN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SettingOption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so ON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so.Id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sv.SettingContent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and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sk.IsBoolean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=0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WHERE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sv.OwnerId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1;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25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81797737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26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75556535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-- Get Card Detail and Related Information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CREATE OR ALTER PROCEDURE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GetCardDetail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@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CardId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INT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AS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BEGIN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SET NOCOUNT ON;</a:t>
            </a:r>
          </a:p>
          <a:p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vi-VN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-- 1. Card cơ bản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SELECT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AS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CardId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c.Title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c.CardDescription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c.StartDate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c.DueDate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c.CardLocation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c.CreatedAt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c.CreatedBy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c.UpdatedAt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c.UpdatedBy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FROM Cards c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WHERE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@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CardId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;</a:t>
            </a:r>
          </a:p>
          <a:p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-- 2. Members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SELECT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AS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UserId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u.Username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FROM Members m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JOIN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OwnerType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owt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ON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owt.Id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m.OwnerTypeId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    AND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owt.OwnerTypeValue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'CARD'</a:t>
            </a:r>
          </a:p>
          <a:p>
            <a:r>
              <a:rPr lang="fi-FI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JOIN Users u ON u.Id = m.UserId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WHERE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m.OwnerId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@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CardId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;</a:t>
            </a:r>
          </a:p>
          <a:p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-- 3. Labels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SELECT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AS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LabelId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l.Title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AS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LabelTitle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FROM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CardLabel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cl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JOIN Labels l ON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cl.LabelId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WHERE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cl.CardId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@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CardId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;</a:t>
            </a:r>
          </a:p>
          <a:p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-- 4. Attachments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SELECT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AS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AttachmentId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a.AttachmentName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a.AttachmentPath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a.CreatedAt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a.CreatedBy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FROM Attachment a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WHERE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a.CardId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@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CardId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;</a:t>
            </a:r>
          </a:p>
          <a:p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-- 5. Custom fields + values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SELECT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cf.Id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AS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CustomFieldId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cf.Title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cf.Position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fv.FieldValue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FROM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CustomField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cf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JOIN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FieldValue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fv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ON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fv.CustomFieldId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cf.Id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WHERE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fv.CardId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@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CardId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;</a:t>
            </a:r>
          </a:p>
          <a:p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-- 6. Comments + reactions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SELECT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cm.Id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AS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CommentId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cm.Content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cm.CreatedAt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cm.CreatedBy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FROM Comment cm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WHERE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cm.CardId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@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CardId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;</a:t>
            </a:r>
          </a:p>
          <a:p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SELECT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cmr.ReactionId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AS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ReactionId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cmr.CreatedBy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COUNT(*) as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ReactionCount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FROM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CommentReaction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cmr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JOIN Comment cm ON </a:t>
            </a:r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cm.Id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</a:t>
            </a:r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cmr.CommentId</a:t>
            </a:r>
            <a:endParaRPr lang="fr-FR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JOIN Reaction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rct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on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rct.Id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=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cmr.ReactionId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WHERE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cm.CardId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@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CardId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GROUP BY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cmr.ReactionId,cmr.CreatedBy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-- 7. Activities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SELECT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act.Id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AS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ActivityId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act.ActivityDescription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act.CreatedAt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usr.FullName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usr.PictureUrl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FROM Activity act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JOIN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OwnerType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owt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on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owt.Id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=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act.OwnerTypeId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JOIN Users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usr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on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usr.Id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=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act.UserId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WHERE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act.OwnerId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@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CardId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;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END;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GO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EXEC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GetCardDetail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@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CardId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=1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27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074105373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28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988242709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-- Get Label and Color of specific Card 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SELECT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AS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LabelId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l.Title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AS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LabelTitle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clr.ColorHex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as Color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FROM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CardLabel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cl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JOIN Labels l ON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cl.LabelId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JOIN Color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clr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ON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clr.Id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=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l.ColorId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WHERE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cl.CardId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1;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29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170802890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30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17729589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-- Get Attachment of specific Card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SELECT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atm.Id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AS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AttachmentId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atm.AttachmentName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atm.AttachmentPath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atm.CreatedAt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atm.CreatedBy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atm.Thumbnail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att.DisplayValue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FROM Attachment atm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JOIN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AttachmentType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att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on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att.Id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=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atm.AttachmentTypeId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WHERE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atm.CardId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1;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31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528235239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32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098692782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-- Query all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CheckListItem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in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CheckList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of specific Card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SELECT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cli.CheckListItemName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AS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ItemName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cli.DueDate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AS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DueDate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AS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MemberId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u.Username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AS Username,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cli.CheckListItemStatus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AS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IsCompleteItem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cli.CheckListId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AS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CheckListID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FROM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CheckListItem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cli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JOIN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CheckList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cl ON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cl.Id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cli.CheckListId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LEFT JOIN Members m ON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cli.MemberId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LEFT JOIN Users u ON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m.UserId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WHERE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cl.CardId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1;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33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52046044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34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29952586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-- Query Comment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realate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to Card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SELECT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comment.Content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comment.CreatedAt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FROM Comment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comment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JOIN Cards c ON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comment.CardId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WHERE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1;</a:t>
            </a:r>
          </a:p>
          <a:p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-- Get all Reaction of Comment in specific Card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SELECT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cm.Id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AS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CommentId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cmr.ReactionId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rct.Icon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COUNT(*) AS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ReactionCount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STRING_AGG(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u.Username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 ', ') WITHIN GROUP (ORDER BY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u.Username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) AS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ReactedUsers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FROM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CommentReaction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cmr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JOIN Comment cm ON </a:t>
            </a:r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cm.Id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</a:t>
            </a:r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cmr.CommentId</a:t>
            </a:r>
            <a:endParaRPr lang="fr-FR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JOIN Reaction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rct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ON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rct.Id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cmr.ReactionId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JOIN Users u ON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cmr.CreatedBy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WHERE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cm.CardId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1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GROUP BY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cm.Id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cmr.ReactionId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rct.Icon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ORDER BY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cm.Id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rct.Icon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35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817083918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36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133568597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-- Query All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CustomField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FieldItem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of Board (store procedure)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CREATE OR ALTER PROCEDURE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sp_GetAllCustomFieldAndFieldValue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@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BoardId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INT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AS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BEGIN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-- Query all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CustomField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and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FieldItem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if have dropdown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CustomField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been add to Board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SELECT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cf.Id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cf.Title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cf.Position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dtt.DataTypeValue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FROM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CustomField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cf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JOIN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DataType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dtt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ON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dtt.Id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=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cf.DataTypeId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WHERE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cf.BoardId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@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BoardId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;</a:t>
            </a:r>
          </a:p>
          <a:p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SELECT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cf.Id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as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CustomFieldId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fi.Id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as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FieldItemId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fi.FieldItemValue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AS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FieldItemValue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fi.Position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AS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FieldItemPriority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c.ColorName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AS Color,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c.Icon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AS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ColorIcon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FROM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FieldItem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fi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JOIN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CustomField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cf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ON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cf.Id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fi.CustomFieldId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JOIN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DataType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dtt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on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dtt.Id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=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cf.DataTypeId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and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dtt.DataTypeValue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='dropdown'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LEFT JOIN Color c ON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fi.ColorId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=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c.Id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WHERE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cf.BoardId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@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BoardId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;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END;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GO</a:t>
            </a:r>
          </a:p>
          <a:p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EXEC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sp_GetAllCustomFieldAndFieldValue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@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BoardId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4;</a:t>
            </a:r>
          </a:p>
          <a:p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-- Query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CustomField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and value of all Cards in Board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DECLARE @cols NVARCHAR(MAX)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DECLARE @query NVARCHAR(MAX)</a:t>
            </a:r>
          </a:p>
          <a:p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--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Lấy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danh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sách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cột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pivot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theo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Position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SELECT @cols = STUFF((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SELECT ',' + QUOTENAME(Title)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FROM (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SELECT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cf.Title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cf.Position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FROM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CustomField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cf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WHERE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cf.BoardId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1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GROUP BY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cf.Title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cf.Position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) AS x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ORDER BY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x.Position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FOR XML PATH(''), TYPE).value('.', 'NVARCHAR(MAX)'), 1, 1, '')</a:t>
            </a:r>
          </a:p>
          <a:p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SET @query = '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SELECT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CardId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CardTitle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' + @cols + '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FROM (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SELECT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AS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CardId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c.Title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AS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CardTitle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cf.Title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AS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CustomFieldTitle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CASE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    WHEN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cf.DataTypeId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2 THEN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fi.FieldItemValue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    ELSE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fv.FieldValue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                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END AS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FieldDisplayValue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FROM Cards c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INNER JOIN Stage s ON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c.StageId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s.Id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INNER JOIN Board b ON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s.BoardId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b.Id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LEFT JOIN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FieldValue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fv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ON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fv.CardId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LEFT JOIN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CustomField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cf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ON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fv.CustomFieldId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cf.Id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AND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cf.BoardId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1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LEFT JOIN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FieldItem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fi ON TRY_CAST(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fv.FieldValue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AS INT) =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fi.Id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AND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cf.DataTypeId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=2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WHERE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1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) AS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SourceTable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PIVOT (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MAX(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FieldDisplayValue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)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FOR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CustomFieldTitle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IN (' + @cols + ')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) AS PivotTable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ORDER BY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CardId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;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EXEC(@query)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37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874231886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38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408037642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-- Query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Sticker of all Card in specific Board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SELECT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sta.BoardId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AS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BoardId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s.StickerName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AS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StickerName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s.StickerUrl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cs.CardId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cs.PositionX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AS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StickerPositionXAxis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cs.PositionY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AS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StickerPositionYAxis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cs.IndexZ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AS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StickerPositionZIndex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FROM Sticker s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JOIN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CardSticker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cs ON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cs.StickerId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s.Id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JOIN Cards c ON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cs.CardId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JOIN Stage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sta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ON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sta.Id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c.StageId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WHERE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sta.BoardId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1;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39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618248923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40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598888439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41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04224473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5.svg"/><Relationship Id="rId2" Type="http://schemas.openxmlformats.org/officeDocument/2006/relationships/tags" Target="../tags/tag3.xml"/><Relationship Id="rId1" Type="http://schemas.openxmlformats.org/officeDocument/2006/relationships/vmlDrawing" Target="../drawings/vmlDrawing2.vml"/><Relationship Id="rId6" Type="http://schemas.openxmlformats.org/officeDocument/2006/relationships/image" Target="../media/image4.png"/><Relationship Id="rId5" Type="http://schemas.openxmlformats.org/officeDocument/2006/relationships/image" Target="../media/image1.emf"/><Relationship Id="rId4" Type="http://schemas.openxmlformats.org/officeDocument/2006/relationships/oleObject" Target="../embeddings/oleObject2.bin"/><Relationship Id="rId9" Type="http://schemas.openxmlformats.org/officeDocument/2006/relationships/image" Target="../media/image7.sv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4.xml"/><Relationship Id="rId1" Type="http://schemas.openxmlformats.org/officeDocument/2006/relationships/vmlDrawing" Target="../drawings/vmlDrawing3.v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3.bin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5.xml"/><Relationship Id="rId1" Type="http://schemas.openxmlformats.org/officeDocument/2006/relationships/vmlDrawing" Target="../drawings/vmlDrawing4.v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4.bin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6.xml"/><Relationship Id="rId1" Type="http://schemas.openxmlformats.org/officeDocument/2006/relationships/vmlDrawing" Target="../drawings/vmlDrawing5.v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5.bin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7.xml"/><Relationship Id="rId1" Type="http://schemas.openxmlformats.org/officeDocument/2006/relationships/vmlDrawing" Target="../drawings/vmlDrawing6.v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6.bin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8.xml"/><Relationship Id="rId1" Type="http://schemas.openxmlformats.org/officeDocument/2006/relationships/vmlDrawing" Target="../drawings/vmlDrawing7.v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7.bin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9.xml"/><Relationship Id="rId1" Type="http://schemas.openxmlformats.org/officeDocument/2006/relationships/vmlDrawing" Target="../drawings/vmlDrawing8.v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7.bin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10.xml"/><Relationship Id="rId1" Type="http://schemas.openxmlformats.org/officeDocument/2006/relationships/vmlDrawing" Target="../drawings/vmlDrawing9.v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8.bin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11.xml"/><Relationship Id="rId1" Type="http://schemas.openxmlformats.org/officeDocument/2006/relationships/vmlDrawing" Target="../drawings/vmlDrawing10.v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9.bin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12.xml"/><Relationship Id="rId1" Type="http://schemas.openxmlformats.org/officeDocument/2006/relationships/vmlDrawing" Target="../drawings/vmlDrawing11.v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10.bin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13.xml"/><Relationship Id="rId1" Type="http://schemas.openxmlformats.org/officeDocument/2006/relationships/vmlDrawing" Target="../drawings/vmlDrawing12.v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11.bin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14.xml"/><Relationship Id="rId1" Type="http://schemas.openxmlformats.org/officeDocument/2006/relationships/vmlDrawing" Target="../drawings/vmlDrawing13.v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12.bin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15.xml"/><Relationship Id="rId1" Type="http://schemas.openxmlformats.org/officeDocument/2006/relationships/vmlDrawing" Target="../drawings/vmlDrawing14.v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13.bin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16.xml"/><Relationship Id="rId1" Type="http://schemas.openxmlformats.org/officeDocument/2006/relationships/vmlDrawing" Target="../drawings/vmlDrawing15.v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14.bin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17.xml"/><Relationship Id="rId1" Type="http://schemas.openxmlformats.org/officeDocument/2006/relationships/vmlDrawing" Target="../drawings/vmlDrawing16.vml"/><Relationship Id="rId6" Type="http://schemas.openxmlformats.org/officeDocument/2006/relationships/image" Target="../media/image8.png"/><Relationship Id="rId5" Type="http://schemas.openxmlformats.org/officeDocument/2006/relationships/image" Target="../media/image1.emf"/><Relationship Id="rId4" Type="http://schemas.openxmlformats.org/officeDocument/2006/relationships/oleObject" Target="../embeddings/oleObject15.bin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18.xml"/><Relationship Id="rId1" Type="http://schemas.openxmlformats.org/officeDocument/2006/relationships/vmlDrawing" Target="../drawings/vmlDrawing17.v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16.bin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10.svg"/><Relationship Id="rId2" Type="http://schemas.openxmlformats.org/officeDocument/2006/relationships/tags" Target="../tags/tag19.xml"/><Relationship Id="rId1" Type="http://schemas.openxmlformats.org/officeDocument/2006/relationships/vmlDrawing" Target="../drawings/vmlDrawing18.vml"/><Relationship Id="rId6" Type="http://schemas.openxmlformats.org/officeDocument/2006/relationships/image" Target="../media/image9.png"/><Relationship Id="rId5" Type="http://schemas.openxmlformats.org/officeDocument/2006/relationships/image" Target="../media/image1.emf"/><Relationship Id="rId4" Type="http://schemas.openxmlformats.org/officeDocument/2006/relationships/oleObject" Target="../embeddings/oleObject17.bin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20.xml"/><Relationship Id="rId1" Type="http://schemas.openxmlformats.org/officeDocument/2006/relationships/vmlDrawing" Target="../drawings/vmlDrawing19.v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18.bin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21.xml"/><Relationship Id="rId1" Type="http://schemas.openxmlformats.org/officeDocument/2006/relationships/vmlDrawing" Target="../drawings/vmlDrawing20.v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19.bin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22.xml"/><Relationship Id="rId1" Type="http://schemas.openxmlformats.org/officeDocument/2006/relationships/vmlDrawing" Target="../drawings/vmlDrawing21.v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20.bin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23.xml"/><Relationship Id="rId1" Type="http://schemas.openxmlformats.org/officeDocument/2006/relationships/vmlDrawing" Target="../drawings/vmlDrawing22.v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21.bin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24.xml"/><Relationship Id="rId1" Type="http://schemas.openxmlformats.org/officeDocument/2006/relationships/vmlDrawing" Target="../drawings/vmlDrawing23.v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22.bin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25.xml"/><Relationship Id="rId1" Type="http://schemas.openxmlformats.org/officeDocument/2006/relationships/vmlDrawing" Target="../drawings/vmlDrawing24.vml"/><Relationship Id="rId6" Type="http://schemas.openxmlformats.org/officeDocument/2006/relationships/image" Target="../media/image11.jpeg"/><Relationship Id="rId5" Type="http://schemas.openxmlformats.org/officeDocument/2006/relationships/image" Target="../media/image1.emf"/><Relationship Id="rId4" Type="http://schemas.openxmlformats.org/officeDocument/2006/relationships/oleObject" Target="../embeddings/oleObject23.bin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26.xml"/><Relationship Id="rId1" Type="http://schemas.openxmlformats.org/officeDocument/2006/relationships/vmlDrawing" Target="../drawings/vmlDrawing25.vml"/><Relationship Id="rId6" Type="http://schemas.openxmlformats.org/officeDocument/2006/relationships/image" Target="../media/image11.jpeg"/><Relationship Id="rId5" Type="http://schemas.openxmlformats.org/officeDocument/2006/relationships/image" Target="../media/image1.emf"/><Relationship Id="rId4" Type="http://schemas.openxmlformats.org/officeDocument/2006/relationships/oleObject" Target="../embeddings/oleObject24.bin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27.xml"/><Relationship Id="rId1" Type="http://schemas.openxmlformats.org/officeDocument/2006/relationships/vmlDrawing" Target="../drawings/vmlDrawing26.v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25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tro / E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ct 6" hidden="1">
            <a:extLst>
              <a:ext uri="{FF2B5EF4-FFF2-40B4-BE49-F238E27FC236}">
                <a16:creationId xmlns:a16="http://schemas.microsoft.com/office/drawing/2014/main" id="{DB8E7BCA-FF9A-86C4-163D-494ED3E6946D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70255698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65"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7" name="Object 6" hidden="1">
                        <a:extLst>
                          <a:ext uri="{FF2B5EF4-FFF2-40B4-BE49-F238E27FC236}">
                            <a16:creationId xmlns:a16="http://schemas.microsoft.com/office/drawing/2014/main" id="{DB8E7BCA-FF9A-86C4-163D-494ED3E6946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Rectangle 11">
            <a:extLst>
              <a:ext uri="{FF2B5EF4-FFF2-40B4-BE49-F238E27FC236}">
                <a16:creationId xmlns:a16="http://schemas.microsoft.com/office/drawing/2014/main" id="{F14BDA87-C9C8-CD58-C9D7-0C952C1D73C0}"/>
              </a:ext>
            </a:extLst>
          </p:cNvPr>
          <p:cNvSpPr/>
          <p:nvPr userDrawn="1"/>
        </p:nvSpPr>
        <p:spPr>
          <a:xfrm>
            <a:off x="0" y="1098000"/>
            <a:ext cx="12192000" cy="5760000"/>
          </a:xfrm>
          <a:prstGeom prst="rect">
            <a:avLst/>
          </a:prstGeom>
          <a:solidFill>
            <a:schemeClr val="tx2"/>
          </a:solidFill>
        </p:spPr>
        <p:txBody>
          <a:bodyPr wrap="square" lIns="72000" tIns="72000" rIns="72000" bIns="72000" rtlCol="0" anchor="ctr">
            <a:noAutofit/>
          </a:bodyPr>
          <a:lstStyle/>
          <a:p>
            <a:pPr algn="ctr" rtl="0"/>
            <a:endParaRPr lang="en-GB" sz="1600" noProof="0">
              <a:solidFill>
                <a:schemeClr val="bg1"/>
              </a:solidFill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72B1088E-A830-D72F-9D81-51D4D3480FB8}"/>
              </a:ext>
            </a:extLst>
          </p:cNvPr>
          <p:cNvGrpSpPr/>
          <p:nvPr userDrawn="1"/>
        </p:nvGrpSpPr>
        <p:grpSpPr>
          <a:xfrm>
            <a:off x="2424000" y="3370961"/>
            <a:ext cx="7489526" cy="1214079"/>
            <a:chOff x="2424000" y="3370961"/>
            <a:chExt cx="7489526" cy="1214079"/>
          </a:xfrm>
        </p:grpSpPr>
        <p:pic>
          <p:nvPicPr>
            <p:cNvPr id="6" name="Graphic 5">
              <a:extLst>
                <a:ext uri="{FF2B5EF4-FFF2-40B4-BE49-F238E27FC236}">
                  <a16:creationId xmlns:a16="http://schemas.microsoft.com/office/drawing/2014/main" id="{5765E41D-34F7-E790-C1FD-DC00CEE7C50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screen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424000" y="3370961"/>
              <a:ext cx="7489526" cy="432000"/>
            </a:xfrm>
            <a:prstGeom prst="rect">
              <a:avLst/>
            </a:prstGeom>
          </p:spPr>
        </p:pic>
        <p:pic>
          <p:nvPicPr>
            <p:cNvPr id="8" name="Graphic 7">
              <a:extLst>
                <a:ext uri="{FF2B5EF4-FFF2-40B4-BE49-F238E27FC236}">
                  <a16:creationId xmlns:a16="http://schemas.microsoft.com/office/drawing/2014/main" id="{78FD31BA-980D-D11B-2EEB-4180204D34F9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2681512" y="4351040"/>
              <a:ext cx="6828977" cy="234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474854434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25876119-2931-B4D9-CA69-9C3C8D96449E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90768823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089"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25876119-2931-B4D9-CA69-9C3C8D96449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6EC64C37-AEAB-AB56-B60A-FA7B85FC0FAA}"/>
              </a:ext>
            </a:extLst>
          </p:cNvPr>
          <p:cNvSpPr/>
          <p:nvPr userDrawn="1"/>
        </p:nvSpPr>
        <p:spPr>
          <a:xfrm>
            <a:off x="0" y="1098000"/>
            <a:ext cx="12192000" cy="5760000"/>
          </a:xfrm>
          <a:prstGeom prst="rect">
            <a:avLst/>
          </a:prstGeom>
          <a:solidFill>
            <a:srgbClr val="FFFFFF"/>
          </a:solidFill>
        </p:spPr>
        <p:txBody>
          <a:bodyPr wrap="square" lIns="72000" tIns="72000" rIns="72000" bIns="72000" rtlCol="0" anchor="ctr">
            <a:noAutofit/>
          </a:bodyPr>
          <a:lstStyle/>
          <a:p>
            <a:pPr algn="ctr" rtl="0"/>
            <a:endParaRPr lang="en-GB" sz="1600" noProof="0">
              <a:solidFill>
                <a:schemeClr val="bg1"/>
              </a:solidFill>
            </a:endParaRPr>
          </a:p>
        </p:txBody>
      </p:sp>
      <p:sp>
        <p:nvSpPr>
          <p:cNvPr id="7" name="Picture Placeholder 3">
            <a:extLst>
              <a:ext uri="{FF2B5EF4-FFF2-40B4-BE49-F238E27FC236}">
                <a16:creationId xmlns:a16="http://schemas.microsoft.com/office/drawing/2014/main" id="{4A971CC8-DBCE-5991-27FA-298EE4BC6AA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098000"/>
            <a:ext cx="12192000" cy="21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272B9AC-C49E-CA80-7854-76D1F5F342B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31999" y="5868000"/>
            <a:ext cx="11331375" cy="369332"/>
          </a:xfrm>
        </p:spPr>
        <p:txBody>
          <a:bodyPr>
            <a:noAutofit/>
          </a:bodyPr>
          <a:lstStyle>
            <a:lvl1pPr marL="0" indent="0" algn="l" rtl="0">
              <a:lnSpc>
                <a:spcPct val="100000"/>
              </a:lnSpc>
              <a:spcAft>
                <a:spcPts val="0"/>
              </a:spcAft>
              <a:buNone/>
              <a:defRPr sz="24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GB" noProof="0"/>
              <a:t>Subtitle, 24pt, 1 line only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81D0822-52F9-BD4E-ADA5-49B7C764328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31999" y="4246162"/>
            <a:ext cx="11331375" cy="1477328"/>
          </a:xfrm>
        </p:spPr>
        <p:txBody>
          <a:bodyPr vert="horz" anchor="b">
            <a:noAutofit/>
          </a:bodyPr>
          <a:lstStyle>
            <a:lvl1pPr algn="l" rtl="0">
              <a:defRPr sz="4800">
                <a:solidFill>
                  <a:schemeClr val="tx2"/>
                </a:solidFill>
              </a:defRPr>
            </a:lvl1pPr>
          </a:lstStyle>
          <a:p>
            <a:r>
              <a:rPr lang="en-GB" noProof="0"/>
              <a:t>Title, 48pt,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2846660333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6" pos="270" userDrawn="1">
          <p15:clr>
            <a:srgbClr val="FBAE40"/>
          </p15:clr>
        </p15:guide>
        <p15:guide id="7" pos="7409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 with customer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25876119-2931-B4D9-CA69-9C3C8D96449E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424380512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113"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25876119-2931-B4D9-CA69-9C3C8D96449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618B174F-64CB-F020-88E2-1F63BD8A9992}"/>
              </a:ext>
            </a:extLst>
          </p:cNvPr>
          <p:cNvSpPr/>
          <p:nvPr userDrawn="1"/>
        </p:nvSpPr>
        <p:spPr>
          <a:xfrm>
            <a:off x="0" y="1098000"/>
            <a:ext cx="12192000" cy="5760000"/>
          </a:xfrm>
          <a:prstGeom prst="rect">
            <a:avLst/>
          </a:prstGeom>
          <a:solidFill>
            <a:srgbClr val="FFFFFF"/>
          </a:solidFill>
        </p:spPr>
        <p:txBody>
          <a:bodyPr wrap="square" lIns="72000" tIns="72000" rIns="72000" bIns="72000" rtlCol="0" anchor="ctr">
            <a:noAutofit/>
          </a:bodyPr>
          <a:lstStyle/>
          <a:p>
            <a:pPr algn="ctr" rtl="0"/>
            <a:endParaRPr lang="en-GB" sz="1600" noProof="0">
              <a:solidFill>
                <a:schemeClr val="bg1"/>
              </a:solidFill>
            </a:endParaRPr>
          </a:p>
        </p:txBody>
      </p:sp>
      <p:sp>
        <p:nvSpPr>
          <p:cNvPr id="7" name="Picture Placeholder 3">
            <a:extLst>
              <a:ext uri="{FF2B5EF4-FFF2-40B4-BE49-F238E27FC236}">
                <a16:creationId xmlns:a16="http://schemas.microsoft.com/office/drawing/2014/main" id="{4A971CC8-DBCE-5991-27FA-298EE4BC6AA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098000"/>
            <a:ext cx="12192000" cy="21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272B9AC-C49E-CA80-7854-76D1F5F342B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31999" y="5868000"/>
            <a:ext cx="11331375" cy="369332"/>
          </a:xfrm>
        </p:spPr>
        <p:txBody>
          <a:bodyPr>
            <a:noAutofit/>
          </a:bodyPr>
          <a:lstStyle>
            <a:lvl1pPr marL="0" indent="0" algn="l" rtl="0">
              <a:lnSpc>
                <a:spcPct val="100000"/>
              </a:lnSpc>
              <a:spcAft>
                <a:spcPts val="0"/>
              </a:spcAft>
              <a:buNone/>
              <a:defRPr sz="24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GB" noProof="0"/>
              <a:t>Subtitle, 24pt, 1 line only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81D0822-52F9-BD4E-ADA5-49B7C764328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31999" y="4246162"/>
            <a:ext cx="11331375" cy="1477328"/>
          </a:xfrm>
        </p:spPr>
        <p:txBody>
          <a:bodyPr vert="horz" anchor="b">
            <a:noAutofit/>
          </a:bodyPr>
          <a:lstStyle>
            <a:lvl1pPr algn="l" rtl="0">
              <a:defRPr sz="4800">
                <a:solidFill>
                  <a:schemeClr val="tx2"/>
                </a:solidFill>
              </a:defRPr>
            </a:lvl1pPr>
          </a:lstStyle>
          <a:p>
            <a:r>
              <a:rPr lang="en-GB" noProof="0"/>
              <a:t>Title, 48pt,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  <p:sp>
        <p:nvSpPr>
          <p:cNvPr id="24" name="Text Placeholder 43">
            <a:extLst>
              <a:ext uri="{FF2B5EF4-FFF2-40B4-BE49-F238E27FC236}">
                <a16:creationId xmlns:a16="http://schemas.microsoft.com/office/drawing/2014/main" id="{BDEA299F-CF48-A5F1-3781-1AB2A986B4F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169200" y="1962000"/>
            <a:ext cx="2592000" cy="1296000"/>
          </a:xfrm>
          <a:solidFill>
            <a:schemeClr val="bg1"/>
          </a:solidFill>
          <a:ln>
            <a:noFill/>
          </a:ln>
        </p:spPr>
        <p:txBody>
          <a:bodyPr/>
          <a:lstStyle>
            <a:lvl1pPr marL="0" indent="0" rtl="0">
              <a:buNone/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pPr lvl="0"/>
            <a:r>
              <a:rPr lang="en-GB" noProof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583460534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6" pos="270" userDrawn="1">
          <p15:clr>
            <a:srgbClr val="FBAE40"/>
          </p15:clr>
        </p15:guide>
        <p15:guide id="7" pos="7409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ct 4" hidden="1">
            <a:extLst>
              <a:ext uri="{FF2B5EF4-FFF2-40B4-BE49-F238E27FC236}">
                <a16:creationId xmlns:a16="http://schemas.microsoft.com/office/drawing/2014/main" id="{9C815432-1626-BBCF-EDFF-4A58259064D4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54170158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137"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5" name="Object 4" hidden="1">
                        <a:extLst>
                          <a:ext uri="{FF2B5EF4-FFF2-40B4-BE49-F238E27FC236}">
                            <a16:creationId xmlns:a16="http://schemas.microsoft.com/office/drawing/2014/main" id="{9C815432-1626-BBCF-EDFF-4A58259064D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Picture Placeholder 3">
            <a:extLst>
              <a:ext uri="{FF2B5EF4-FFF2-40B4-BE49-F238E27FC236}">
                <a16:creationId xmlns:a16="http://schemas.microsoft.com/office/drawing/2014/main" id="{C9DC67D7-52EE-6ADA-F962-34E45323AA0C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096000" y="1098000"/>
            <a:ext cx="6096000" cy="57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CAA92BD0-3906-45A7-FD93-C56CA8C7C6B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32000" y="1530000"/>
            <a:ext cx="5232000" cy="4896000"/>
          </a:xfrm>
        </p:spPr>
        <p:txBody>
          <a:bodyPr anchor="t"/>
          <a:lstStyle>
            <a:lvl1pPr marL="625475" indent="-625475" rtl="0">
              <a:lnSpc>
                <a:spcPct val="100000"/>
              </a:lnSpc>
              <a:spcBef>
                <a:spcPts val="1500"/>
              </a:spcBef>
              <a:spcAft>
                <a:spcPts val="0"/>
              </a:spcAft>
              <a:buSzPct val="130000"/>
              <a:buFont typeface="+mj-lt"/>
              <a:buAutoNum type="arabicPeriod"/>
              <a:defRPr b="1">
                <a:solidFill>
                  <a:schemeClr val="tx1"/>
                </a:solidFill>
              </a:defRPr>
            </a:lvl1pPr>
            <a:lvl2pPr marL="625475" indent="0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defRPr sz="1600">
                <a:solidFill>
                  <a:schemeClr val="tx1"/>
                </a:solidFill>
              </a:defRPr>
            </a:lvl2pPr>
          </a:lstStyle>
          <a:p>
            <a:pPr lvl="0"/>
            <a:r>
              <a:rPr lang="en-GB" noProof="0"/>
              <a:t>Add agenda topic, 18 pt</a:t>
            </a:r>
          </a:p>
          <a:p>
            <a:pPr lvl="1"/>
            <a:r>
              <a:rPr lang="en-GB" noProof="0"/>
              <a:t>Subtopic, 16 pt</a:t>
            </a:r>
          </a:p>
          <a:p>
            <a:pPr lvl="1"/>
            <a:endParaRPr lang="en-GB" noProof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6385BAD-0861-C6A4-56E2-BF176F171A4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</a:t>
            </a:r>
          </a:p>
        </p:txBody>
      </p:sp>
    </p:spTree>
    <p:extLst>
      <p:ext uri="{BB962C8B-B14F-4D97-AF65-F5344CB8AC3E}">
        <p14:creationId xmlns:p14="http://schemas.microsoft.com/office/powerpoint/2010/main" val="1140928159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8" orient="horz" pos="692" userDrawn="1">
          <p15:clr>
            <a:srgbClr val="FBAE40"/>
          </p15:clr>
        </p15:guide>
        <p15:guide id="9" pos="270" userDrawn="1">
          <p15:clr>
            <a:srgbClr val="FBAE40"/>
          </p15:clr>
        </p15:guide>
        <p15:guide id="10" pos="3839" userDrawn="1">
          <p15:clr>
            <a:srgbClr val="FBAE40"/>
          </p15:clr>
        </p15:guide>
        <p15:guide id="11" orient="horz" pos="4047" userDrawn="1">
          <p15:clr>
            <a:srgbClr val="FBAE40"/>
          </p15:clr>
        </p15:guide>
        <p15:guide id="12" orient="horz" pos="963" userDrawn="1">
          <p15:clr>
            <a:srgbClr val="FBAE40"/>
          </p15:clr>
        </p15:guide>
        <p15:guide id="13" pos="3567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hapter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25876119-2931-B4D9-CA69-9C3C8D96449E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85590902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161"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25876119-2931-B4D9-CA69-9C3C8D96449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6EC64C37-AEAB-AB56-B60A-FA7B85FC0FAA}"/>
              </a:ext>
            </a:extLst>
          </p:cNvPr>
          <p:cNvSpPr/>
          <p:nvPr userDrawn="1"/>
        </p:nvSpPr>
        <p:spPr>
          <a:xfrm>
            <a:off x="0" y="1098000"/>
            <a:ext cx="12192000" cy="5760000"/>
          </a:xfrm>
          <a:prstGeom prst="rect">
            <a:avLst/>
          </a:prstGeom>
          <a:solidFill>
            <a:srgbClr val="FFFFFF"/>
          </a:solidFill>
        </p:spPr>
        <p:txBody>
          <a:bodyPr wrap="square" lIns="72000" tIns="72000" rIns="72000" bIns="72000" rtlCol="0" anchor="ctr">
            <a:noAutofit/>
          </a:bodyPr>
          <a:lstStyle/>
          <a:p>
            <a:pPr algn="ctr" rtl="0"/>
            <a:endParaRPr lang="en-GB" sz="1600" noProof="0">
              <a:solidFill>
                <a:schemeClr val="bg1"/>
              </a:solidFill>
            </a:endParaRPr>
          </a:p>
        </p:txBody>
      </p:sp>
      <p:sp>
        <p:nvSpPr>
          <p:cNvPr id="7" name="Picture Placeholder 3">
            <a:extLst>
              <a:ext uri="{FF2B5EF4-FFF2-40B4-BE49-F238E27FC236}">
                <a16:creationId xmlns:a16="http://schemas.microsoft.com/office/drawing/2014/main" id="{4A971CC8-DBCE-5991-27FA-298EE4BC6AA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098000"/>
            <a:ext cx="12192000" cy="21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272B9AC-C49E-CA80-7854-76D1F5F342B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31999" y="5868000"/>
            <a:ext cx="11331375" cy="369332"/>
          </a:xfrm>
        </p:spPr>
        <p:txBody>
          <a:bodyPr>
            <a:noAutofit/>
          </a:bodyPr>
          <a:lstStyle>
            <a:lvl1pPr marL="0" indent="0" algn="l" rtl="0">
              <a:lnSpc>
                <a:spcPct val="100000"/>
              </a:lnSpc>
              <a:spcAft>
                <a:spcPts val="0"/>
              </a:spcAft>
              <a:buNone/>
              <a:defRPr sz="24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GB" noProof="0"/>
              <a:t>Subtitle, 24pt, 1 line only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81D0822-52F9-BD4E-ADA5-49B7C764328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31999" y="4246162"/>
            <a:ext cx="11331375" cy="1477328"/>
          </a:xfrm>
        </p:spPr>
        <p:txBody>
          <a:bodyPr vert="horz" anchor="b">
            <a:noAutofit/>
          </a:bodyPr>
          <a:lstStyle>
            <a:lvl1pPr algn="l" rtl="0">
              <a:defRPr sz="4800">
                <a:solidFill>
                  <a:schemeClr val="tx2"/>
                </a:solidFill>
              </a:defRPr>
            </a:lvl1pPr>
          </a:lstStyle>
          <a:p>
            <a:r>
              <a:rPr lang="en-GB" noProof="0"/>
              <a:t>Chapter title, 48pt,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2236310670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6" pos="270" userDrawn="1">
          <p15:clr>
            <a:srgbClr val="FBAE40"/>
          </p15:clr>
        </p15:guide>
        <p15:guide id="7" pos="7409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68408224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185"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1999" y="1528763"/>
            <a:ext cx="11329200" cy="4899025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 dirty="0"/>
              <a:t>First level</a:t>
            </a:r>
          </a:p>
          <a:p>
            <a:pPr lvl="1"/>
            <a:r>
              <a:rPr lang="en-GB" noProof="0" dirty="0"/>
              <a:t>Second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FC97E0B-784F-5DDC-C5F6-895349559B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873797396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3" orient="horz" pos="963" userDrawn="1">
          <p15:clr>
            <a:srgbClr val="FBAE40"/>
          </p15:clr>
        </p15:guide>
        <p15:guide id="14" pos="270" userDrawn="1">
          <p15:clr>
            <a:srgbClr val="FBAE40"/>
          </p15:clr>
        </p15:guide>
        <p15:guide id="15" orient="horz" pos="692" userDrawn="1">
          <p15:clr>
            <a:srgbClr val="FBAE40"/>
          </p15:clr>
        </p15:guide>
        <p15:guide id="16" orient="horz" pos="4049" userDrawn="1">
          <p15:clr>
            <a:srgbClr val="FBAE40"/>
          </p15:clr>
        </p15:guide>
        <p15:guide id="17" pos="7409" userDrawn="1">
          <p15:clr>
            <a:srgbClr val="FBAE40"/>
          </p15:clr>
        </p15:guide>
        <p15:guide id="18" orient="horz" pos="1359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68408224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209"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1999" y="2160587"/>
            <a:ext cx="11329200" cy="4267201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1999" y="1530000"/>
            <a:ext cx="11329200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FC97E0B-784F-5DDC-C5F6-895349559B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2698861040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3" orient="horz" pos="963" userDrawn="1">
          <p15:clr>
            <a:srgbClr val="FBAE40"/>
          </p15:clr>
        </p15:guide>
        <p15:guide id="14" pos="270" userDrawn="1">
          <p15:clr>
            <a:srgbClr val="FBAE40"/>
          </p15:clr>
        </p15:guide>
        <p15:guide id="15" orient="horz" pos="692" userDrawn="1">
          <p15:clr>
            <a:srgbClr val="FBAE40"/>
          </p15:clr>
        </p15:guide>
        <p15:guide id="16" orient="horz" pos="4049" userDrawn="1">
          <p15:clr>
            <a:srgbClr val="FBAE40"/>
          </p15:clr>
        </p15:guide>
        <p15:guide id="17" pos="7409" userDrawn="1">
          <p15:clr>
            <a:srgbClr val="FBAE40"/>
          </p15:clr>
        </p15:guide>
        <p15:guide id="18" orient="horz" pos="1359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2 tex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07500590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233"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2000" y="2160587"/>
            <a:ext cx="5447999" cy="4267201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2000" y="1530000"/>
            <a:ext cx="5447999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FC97E0B-784F-5DDC-C5F6-895349559B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  <p:sp>
        <p:nvSpPr>
          <p:cNvPr id="3" name="Text Placeholder 10">
            <a:extLst>
              <a:ext uri="{FF2B5EF4-FFF2-40B4-BE49-F238E27FC236}">
                <a16:creationId xmlns:a16="http://schemas.microsoft.com/office/drawing/2014/main" id="{6F02CE17-8D55-2AB5-3A7A-2B03B0A6A30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312000" y="2160587"/>
            <a:ext cx="5449788" cy="4267201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5" name="Text Placeholder 12">
            <a:extLst>
              <a:ext uri="{FF2B5EF4-FFF2-40B4-BE49-F238E27FC236}">
                <a16:creationId xmlns:a16="http://schemas.microsoft.com/office/drawing/2014/main" id="{C5A4294C-7368-31A6-E5C9-30880ECCFDE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312000" y="1530000"/>
            <a:ext cx="5449788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</p:spTree>
    <p:extLst>
      <p:ext uri="{BB962C8B-B14F-4D97-AF65-F5344CB8AC3E}">
        <p14:creationId xmlns:p14="http://schemas.microsoft.com/office/powerpoint/2010/main" val="3935784786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5" orient="horz" pos="963" userDrawn="1">
          <p15:clr>
            <a:srgbClr val="FBAE40"/>
          </p15:clr>
        </p15:guide>
        <p15:guide id="16" pos="270" userDrawn="1">
          <p15:clr>
            <a:srgbClr val="FBAE40"/>
          </p15:clr>
        </p15:guide>
        <p15:guide id="17" orient="horz" pos="692" userDrawn="1">
          <p15:clr>
            <a:srgbClr val="FBAE40"/>
          </p15:clr>
        </p15:guide>
        <p15:guide id="18" orient="horz" pos="4049" userDrawn="1">
          <p15:clr>
            <a:srgbClr val="FBAE40"/>
          </p15:clr>
        </p15:guide>
        <p15:guide id="19" pos="7409" userDrawn="1">
          <p15:clr>
            <a:srgbClr val="FBAE40"/>
          </p15:clr>
        </p15:guide>
        <p15:guide id="20" orient="horz" pos="1359" userDrawn="1">
          <p15:clr>
            <a:srgbClr val="FBAE40"/>
          </p15:clr>
        </p15:guide>
        <p15:guide id="21" pos="3974" userDrawn="1">
          <p15:clr>
            <a:srgbClr val="FBAE40"/>
          </p15:clr>
        </p15:guide>
        <p15:guide id="22" pos="3705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3 tex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428282473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257"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2000" y="2160587"/>
            <a:ext cx="3488000" cy="4267201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1999" y="1530000"/>
            <a:ext cx="3488400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FC97E0B-784F-5DDC-C5F6-895349559B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  <p:sp>
        <p:nvSpPr>
          <p:cNvPr id="3" name="Text Placeholder 10">
            <a:extLst>
              <a:ext uri="{FF2B5EF4-FFF2-40B4-BE49-F238E27FC236}">
                <a16:creationId xmlns:a16="http://schemas.microsoft.com/office/drawing/2014/main" id="{6F02CE17-8D55-2AB5-3A7A-2B03B0A6A30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352000" y="2160587"/>
            <a:ext cx="3488000" cy="4267201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5" name="Text Placeholder 12">
            <a:extLst>
              <a:ext uri="{FF2B5EF4-FFF2-40B4-BE49-F238E27FC236}">
                <a16:creationId xmlns:a16="http://schemas.microsoft.com/office/drawing/2014/main" id="{C5A4294C-7368-31A6-E5C9-30880ECCFDE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351600" y="1530000"/>
            <a:ext cx="3488400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6" name="Text Placeholder 10">
            <a:extLst>
              <a:ext uri="{FF2B5EF4-FFF2-40B4-BE49-F238E27FC236}">
                <a16:creationId xmlns:a16="http://schemas.microsoft.com/office/drawing/2014/main" id="{E84BE735-54B6-3B7B-5644-995106F03F0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272000" y="2160587"/>
            <a:ext cx="3488000" cy="4267201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7" name="Text Placeholder 12">
            <a:extLst>
              <a:ext uri="{FF2B5EF4-FFF2-40B4-BE49-F238E27FC236}">
                <a16:creationId xmlns:a16="http://schemas.microsoft.com/office/drawing/2014/main" id="{B2CD99D5-47E6-B7D2-CB87-F8AD5F36827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272000" y="1530000"/>
            <a:ext cx="3488400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</p:spTree>
    <p:extLst>
      <p:ext uri="{BB962C8B-B14F-4D97-AF65-F5344CB8AC3E}">
        <p14:creationId xmlns:p14="http://schemas.microsoft.com/office/powerpoint/2010/main" val="989789995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7" orient="horz" pos="963" userDrawn="1">
          <p15:clr>
            <a:srgbClr val="FBAE40"/>
          </p15:clr>
        </p15:guide>
        <p15:guide id="18" pos="270" userDrawn="1">
          <p15:clr>
            <a:srgbClr val="FBAE40"/>
          </p15:clr>
        </p15:guide>
        <p15:guide id="19" orient="horz" pos="692" userDrawn="1">
          <p15:clr>
            <a:srgbClr val="FBAE40"/>
          </p15:clr>
        </p15:guide>
        <p15:guide id="20" orient="horz" pos="4049" userDrawn="1">
          <p15:clr>
            <a:srgbClr val="FBAE40"/>
          </p15:clr>
        </p15:guide>
        <p15:guide id="21" pos="7409" userDrawn="1">
          <p15:clr>
            <a:srgbClr val="FBAE40"/>
          </p15:clr>
        </p15:guide>
        <p15:guide id="22" orient="horz" pos="1359" userDrawn="1">
          <p15:clr>
            <a:srgbClr val="FBAE40"/>
          </p15:clr>
        </p15:guide>
        <p15:guide id="23" pos="5210" userDrawn="1">
          <p15:clr>
            <a:srgbClr val="FBAE40"/>
          </p15:clr>
        </p15:guide>
        <p15:guide id="24" pos="4940" userDrawn="1">
          <p15:clr>
            <a:srgbClr val="FBAE40"/>
          </p15:clr>
        </p15:guide>
        <p15:guide id="25" pos="2740" userDrawn="1">
          <p15:clr>
            <a:srgbClr val="FBAE40"/>
          </p15:clr>
        </p15:guide>
        <p15:guide id="26" pos="2470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text with 1/2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66636427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1281"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CC190FF-DE90-AA8F-6845-8A45102A59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096000" y="1098000"/>
            <a:ext cx="6096000" cy="57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2000" y="2160001"/>
            <a:ext cx="5232200" cy="4267788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2000" y="1530000"/>
            <a:ext cx="5232200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112DC60-1B20-60A5-7F1D-CE4A63B8D65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1705872115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7" orient="horz" pos="963" userDrawn="1">
          <p15:clr>
            <a:srgbClr val="FBAE40"/>
          </p15:clr>
        </p15:guide>
        <p15:guide id="18" pos="270" userDrawn="1">
          <p15:clr>
            <a:srgbClr val="FBAE40"/>
          </p15:clr>
        </p15:guide>
        <p15:guide id="19" orient="horz" pos="692" userDrawn="1">
          <p15:clr>
            <a:srgbClr val="FBAE40"/>
          </p15:clr>
        </p15:guide>
        <p15:guide id="20" orient="horz" pos="4049" userDrawn="1">
          <p15:clr>
            <a:srgbClr val="FBAE40"/>
          </p15:clr>
        </p15:guide>
        <p15:guide id="21" orient="horz" pos="1359" userDrawn="1">
          <p15:clr>
            <a:srgbClr val="FBAE40"/>
          </p15:clr>
        </p15:guide>
        <p15:guide id="22" pos="3568" userDrawn="1">
          <p15:clr>
            <a:srgbClr val="FBAE40"/>
          </p15:clr>
        </p15:guide>
        <p15:guide id="23" pos="3840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text with 1/3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88232364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305"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CC190FF-DE90-AA8F-6845-8A45102A59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8127598" y="1098000"/>
            <a:ext cx="4064402" cy="57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1999" y="2160000"/>
            <a:ext cx="7263999" cy="4267789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1999" y="1530000"/>
            <a:ext cx="7263999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5D752F1-9B09-8D70-F3E1-C60862EE4A3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1661557446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7" orient="horz" pos="963" userDrawn="1">
          <p15:clr>
            <a:srgbClr val="FBAE40"/>
          </p15:clr>
        </p15:guide>
        <p15:guide id="18" pos="270" userDrawn="1">
          <p15:clr>
            <a:srgbClr val="FBAE40"/>
          </p15:clr>
        </p15:guide>
        <p15:guide id="19" orient="horz" pos="692" userDrawn="1">
          <p15:clr>
            <a:srgbClr val="FBAE40"/>
          </p15:clr>
        </p15:guide>
        <p15:guide id="20" orient="horz" pos="4049" userDrawn="1">
          <p15:clr>
            <a:srgbClr val="FBAE40"/>
          </p15:clr>
        </p15:guide>
        <p15:guide id="21" pos="7409" userDrawn="1">
          <p15:clr>
            <a:srgbClr val="FBAE40"/>
          </p15:clr>
        </p15:guide>
        <p15:guide id="22" orient="horz" pos="1359" userDrawn="1">
          <p15:clr>
            <a:srgbClr val="FBAE40"/>
          </p15:clr>
        </p15:guide>
        <p15:guide id="23" pos="4848" userDrawn="1">
          <p15:clr>
            <a:srgbClr val="FBAE40"/>
          </p15:clr>
        </p15:guide>
        <p15:guide id="24" pos="5120" userDrawn="1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text with 1/4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39503948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329"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Picture Placeholder 3">
            <a:extLst>
              <a:ext uri="{FF2B5EF4-FFF2-40B4-BE49-F238E27FC236}">
                <a16:creationId xmlns:a16="http://schemas.microsoft.com/office/drawing/2014/main" id="{B39D5703-BD1C-3A16-A4A7-30E0EE62B04A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9146400" y="1098000"/>
            <a:ext cx="3045600" cy="57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1999" y="2160000"/>
            <a:ext cx="8285287" cy="4267789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1999" y="1530000"/>
            <a:ext cx="8286551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5D752F1-9B09-8D70-F3E1-C60862EE4A3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1560924079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7" orient="horz" pos="963" userDrawn="1">
          <p15:clr>
            <a:srgbClr val="FBAE40"/>
          </p15:clr>
        </p15:guide>
        <p15:guide id="18" pos="270" userDrawn="1">
          <p15:clr>
            <a:srgbClr val="FBAE40"/>
          </p15:clr>
        </p15:guide>
        <p15:guide id="19" orient="horz" pos="692" userDrawn="1">
          <p15:clr>
            <a:srgbClr val="FBAE40"/>
          </p15:clr>
        </p15:guide>
        <p15:guide id="20" orient="horz" pos="4049" userDrawn="1">
          <p15:clr>
            <a:srgbClr val="FBAE40"/>
          </p15:clr>
        </p15:guide>
        <p15:guide id="21" pos="7409" userDrawn="1">
          <p15:clr>
            <a:srgbClr val="FBAE40"/>
          </p15:clr>
        </p15:guide>
        <p15:guide id="22" orient="horz" pos="1359" userDrawn="1">
          <p15:clr>
            <a:srgbClr val="FBAE40"/>
          </p15:clr>
        </p15:guide>
        <p15:guide id="23" pos="5492" userDrawn="1">
          <p15:clr>
            <a:srgbClr val="FBAE40"/>
          </p15:clr>
        </p15:guide>
        <p15:guide id="24" pos="5762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 &amp; text with 1/3 image + white space for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42836638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4353"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CC190FF-DE90-AA8F-6845-8A45102A59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8127598" y="1098000"/>
            <a:ext cx="4064402" cy="57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1999" y="2160000"/>
            <a:ext cx="7263999" cy="4267789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1999" y="1530000"/>
            <a:ext cx="7263999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44" name="Text Placeholder 43">
            <a:extLst>
              <a:ext uri="{FF2B5EF4-FFF2-40B4-BE49-F238E27FC236}">
                <a16:creationId xmlns:a16="http://schemas.microsoft.com/office/drawing/2014/main" id="{157B48F4-BDD6-6F20-ED74-A0F80415BFF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581425" y="5131789"/>
            <a:ext cx="3178576" cy="1296000"/>
          </a:xfrm>
          <a:solidFill>
            <a:schemeClr val="bg1"/>
          </a:solidFill>
          <a:ln>
            <a:noFill/>
          </a:ln>
        </p:spPr>
        <p:txBody>
          <a:bodyPr/>
          <a:lstStyle>
            <a:lvl1pPr marL="0" indent="0" rtl="0">
              <a:buNone/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pPr lvl="0"/>
            <a:r>
              <a:rPr lang="en-GB" noProof="0"/>
              <a:t>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5D752F1-9B09-8D70-F3E1-C60862EE4A3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438534682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7" orient="horz" pos="963" userDrawn="1">
          <p15:clr>
            <a:srgbClr val="FBAE40"/>
          </p15:clr>
        </p15:guide>
        <p15:guide id="18" pos="270" userDrawn="1">
          <p15:clr>
            <a:srgbClr val="FBAE40"/>
          </p15:clr>
        </p15:guide>
        <p15:guide id="19" orient="horz" pos="692" userDrawn="1">
          <p15:clr>
            <a:srgbClr val="FBAE40"/>
          </p15:clr>
        </p15:guide>
        <p15:guide id="20" orient="horz" pos="4049" userDrawn="1">
          <p15:clr>
            <a:srgbClr val="FBAE40"/>
          </p15:clr>
        </p15:guide>
        <p15:guide id="21" pos="7409" userDrawn="1">
          <p15:clr>
            <a:srgbClr val="FBAE40"/>
          </p15:clr>
        </p15:guide>
        <p15:guide id="22" orient="horz" pos="1359" userDrawn="1">
          <p15:clr>
            <a:srgbClr val="FBAE40"/>
          </p15:clr>
        </p15:guide>
        <p15:guide id="23" pos="4848" userDrawn="1">
          <p15:clr>
            <a:srgbClr val="FBAE40"/>
          </p15:clr>
        </p15:guide>
        <p15:guide id="24" pos="5120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2 texts with 1/4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48216221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5377"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CC190FF-DE90-AA8F-6845-8A45102A59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9146400" y="1098000"/>
            <a:ext cx="3045600" cy="57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1998" y="2157413"/>
            <a:ext cx="3928356" cy="4270375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1998" y="1530000"/>
            <a:ext cx="3928356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38" name="Text Placeholder 10">
            <a:extLst>
              <a:ext uri="{FF2B5EF4-FFF2-40B4-BE49-F238E27FC236}">
                <a16:creationId xmlns:a16="http://schemas.microsoft.com/office/drawing/2014/main" id="{57C43C1D-0D5A-3546-923A-9906F731028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792355" y="2157413"/>
            <a:ext cx="3924931" cy="4270375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40" name="Text Placeholder 12">
            <a:extLst>
              <a:ext uri="{FF2B5EF4-FFF2-40B4-BE49-F238E27FC236}">
                <a16:creationId xmlns:a16="http://schemas.microsoft.com/office/drawing/2014/main" id="{25734A7E-A371-8589-95F1-486EF3BDC21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792355" y="1530000"/>
            <a:ext cx="3924931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B5B0D54-9E65-6676-5BE0-B1EC73550C0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31532280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9" orient="horz" pos="963" userDrawn="1">
          <p15:clr>
            <a:srgbClr val="FBAE40"/>
          </p15:clr>
        </p15:guide>
        <p15:guide id="20" pos="270" userDrawn="1">
          <p15:clr>
            <a:srgbClr val="FBAE40"/>
          </p15:clr>
        </p15:guide>
        <p15:guide id="21" orient="horz" pos="692" userDrawn="1">
          <p15:clr>
            <a:srgbClr val="FBAE40"/>
          </p15:clr>
        </p15:guide>
        <p15:guide id="22" orient="horz" pos="4049" userDrawn="1">
          <p15:clr>
            <a:srgbClr val="FBAE40"/>
          </p15:clr>
        </p15:guide>
        <p15:guide id="23" orient="horz" pos="1359" userDrawn="1">
          <p15:clr>
            <a:srgbClr val="FBAE40"/>
          </p15:clr>
        </p15:guide>
        <p15:guide id="24" pos="5490" userDrawn="1">
          <p15:clr>
            <a:srgbClr val="FBAE40"/>
          </p15:clr>
        </p15:guide>
        <p15:guide id="25" pos="5760" userDrawn="1">
          <p15:clr>
            <a:srgbClr val="FBAE40"/>
          </p15:clr>
        </p15:guide>
        <p15:guide id="26" pos="3018" userDrawn="1">
          <p15:clr>
            <a:srgbClr val="FBAE40"/>
          </p15:clr>
        </p15:guide>
        <p15:guide id="27" pos="2747" userDrawn="1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stimoni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97263079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401"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CC190FF-DE90-AA8F-6845-8A45102A59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098000"/>
            <a:ext cx="6096000" cy="57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C6B8952-F9D6-8A77-2EE2-5858DB42218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 rtl="0"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529187" y="1528763"/>
            <a:ext cx="5232602" cy="4896000"/>
          </a:xfrm>
        </p:spPr>
        <p:txBody>
          <a:bodyPr/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Text</a:t>
            </a:r>
          </a:p>
        </p:txBody>
      </p:sp>
      <p:sp>
        <p:nvSpPr>
          <p:cNvPr id="37" name="Text Placeholder 38">
            <a:extLst>
              <a:ext uri="{FF2B5EF4-FFF2-40B4-BE49-F238E27FC236}">
                <a16:creationId xmlns:a16="http://schemas.microsoft.com/office/drawing/2014/main" id="{6E9374FC-ECE4-7A38-5807-87AE94A088B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64001" y="4365382"/>
            <a:ext cx="4798800" cy="2062406"/>
          </a:xfrm>
          <a:solidFill>
            <a:schemeClr val="tx2">
              <a:alpha val="85000"/>
            </a:schemeClr>
          </a:solidFill>
        </p:spPr>
        <p:txBody>
          <a:bodyPr lIns="288000" tIns="288000" rIns="288000" bIns="288000" anchor="b">
            <a:spAutoFit/>
          </a:bodyPr>
          <a:lstStyle>
            <a:lvl1pPr marL="0" indent="0" rtl="0">
              <a:lnSpc>
                <a:spcPct val="100000"/>
              </a:lnSpc>
              <a:spcAft>
                <a:spcPts val="0"/>
              </a:spcAft>
              <a:buNone/>
              <a:defRPr sz="1600">
                <a:solidFill>
                  <a:schemeClr val="bg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GB" noProof="0"/>
          </a:p>
        </p:txBody>
      </p:sp>
      <p:sp>
        <p:nvSpPr>
          <p:cNvPr id="74" name="Text Placeholder 43">
            <a:extLst>
              <a:ext uri="{FF2B5EF4-FFF2-40B4-BE49-F238E27FC236}">
                <a16:creationId xmlns:a16="http://schemas.microsoft.com/office/drawing/2014/main" id="{38EE8FDF-DB06-4651-3389-787CA10E779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64001" y="4238556"/>
            <a:ext cx="288000" cy="253652"/>
          </a:xfrm>
          <a:blipFill>
            <a:blip r:embed="rId6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ln>
            <a:noFill/>
          </a:ln>
        </p:spPr>
        <p:txBody>
          <a:bodyPr/>
          <a:lstStyle>
            <a:lvl1pPr marL="0" indent="0" rtl="0">
              <a:buNone/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pPr lvl="0"/>
            <a:r>
              <a:rPr lang="en-GB" noProof="0"/>
              <a:t>.</a:t>
            </a:r>
          </a:p>
        </p:txBody>
      </p:sp>
      <p:sp>
        <p:nvSpPr>
          <p:cNvPr id="77" name="Text Placeholder 43">
            <a:extLst>
              <a:ext uri="{FF2B5EF4-FFF2-40B4-BE49-F238E27FC236}">
                <a16:creationId xmlns:a16="http://schemas.microsoft.com/office/drawing/2014/main" id="{9A496C9E-D567-76DE-1404-D4A0596855D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 flipH="1" flipV="1">
            <a:off x="5374801" y="6292522"/>
            <a:ext cx="288000" cy="253652"/>
          </a:xfrm>
          <a:blipFill>
            <a:blip r:embed="rId6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ln>
            <a:noFill/>
          </a:ln>
        </p:spPr>
        <p:txBody>
          <a:bodyPr/>
          <a:lstStyle>
            <a:lvl1pPr marL="0" indent="0" rtl="0">
              <a:buNone/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pPr lvl="0"/>
            <a:r>
              <a:rPr lang="en-GB" noProof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824988703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6" pos="3840">
          <p15:clr>
            <a:srgbClr val="FBAE40"/>
          </p15:clr>
        </p15:guide>
        <p15:guide id="17" orient="horz" pos="963" userDrawn="1">
          <p15:clr>
            <a:srgbClr val="FBAE40"/>
          </p15:clr>
        </p15:guide>
        <p15:guide id="18" pos="270" userDrawn="1">
          <p15:clr>
            <a:srgbClr val="FBAE40"/>
          </p15:clr>
        </p15:guide>
        <p15:guide id="19" orient="horz" pos="692" userDrawn="1">
          <p15:clr>
            <a:srgbClr val="FBAE40"/>
          </p15:clr>
        </p15:guide>
        <p15:guide id="20" orient="horz" pos="4049" userDrawn="1">
          <p15:clr>
            <a:srgbClr val="FBAE40"/>
          </p15:clr>
        </p15:guide>
        <p15:guide id="21" pos="7409" userDrawn="1">
          <p15:clr>
            <a:srgbClr val="FBAE40"/>
          </p15:clr>
        </p15:guide>
        <p15:guide id="22" pos="4112" userDrawn="1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&amp; text with image ban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84944592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7425"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CC190FF-DE90-AA8F-6845-8A45102A59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098000"/>
            <a:ext cx="12192000" cy="1944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1999" y="3475239"/>
            <a:ext cx="11329789" cy="2952549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EFF00CA-6EEE-1446-767F-22A63CDAEDB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3681093936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5" orient="horz" pos="1916" userDrawn="1">
          <p15:clr>
            <a:srgbClr val="FBAE40"/>
          </p15:clr>
        </p15:guide>
        <p15:guide id="16" pos="270" userDrawn="1">
          <p15:clr>
            <a:srgbClr val="FBAE40"/>
          </p15:clr>
        </p15:guide>
        <p15:guide id="17" orient="horz" pos="692" userDrawn="1">
          <p15:clr>
            <a:srgbClr val="FBAE40"/>
          </p15:clr>
        </p15:guide>
        <p15:guide id="18" orient="horz" pos="4049" userDrawn="1">
          <p15:clr>
            <a:srgbClr val="FBAE40"/>
          </p15:clr>
        </p15:guide>
        <p15:guide id="19" pos="7409" userDrawn="1">
          <p15:clr>
            <a:srgbClr val="FBAE40"/>
          </p15:clr>
        </p15:guide>
        <p15:guide id="20" orient="horz" pos="2187" userDrawn="1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ood slide / full-scre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ct 6" hidden="1">
            <a:extLst>
              <a:ext uri="{FF2B5EF4-FFF2-40B4-BE49-F238E27FC236}">
                <a16:creationId xmlns:a16="http://schemas.microsoft.com/office/drawing/2014/main" id="{86345F9D-58D8-A03C-2C14-3C466D3CBBEC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56968764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8449"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7" name="Object 6" hidden="1">
                        <a:extLst>
                          <a:ext uri="{FF2B5EF4-FFF2-40B4-BE49-F238E27FC236}">
                            <a16:creationId xmlns:a16="http://schemas.microsoft.com/office/drawing/2014/main" id="{86345F9D-58D8-A03C-2C14-3C466D3CBBE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Picture Placeholder 3">
            <a:extLst>
              <a:ext uri="{FF2B5EF4-FFF2-40B4-BE49-F238E27FC236}">
                <a16:creationId xmlns:a16="http://schemas.microsoft.com/office/drawing/2014/main" id="{F4414B2E-C340-9140-1BD1-92410CBF7B5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0"/>
            <a:ext cx="12192000" cy="6858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4" name="Text Placeholder 38">
            <a:extLst>
              <a:ext uri="{FF2B5EF4-FFF2-40B4-BE49-F238E27FC236}">
                <a16:creationId xmlns:a16="http://schemas.microsoft.com/office/drawing/2014/main" id="{9765689A-1419-4CD4-170E-F5C60B64177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32000" y="1098000"/>
            <a:ext cx="8640000" cy="1487991"/>
          </a:xfrm>
          <a:solidFill>
            <a:schemeClr val="tx2">
              <a:alpha val="85000"/>
            </a:schemeClr>
          </a:solidFill>
        </p:spPr>
        <p:txBody>
          <a:bodyPr wrap="square" lIns="432000" tIns="432000" rIns="432000" bIns="432000" anchor="t">
            <a:spAutoFit/>
          </a:bodyPr>
          <a:lstStyle>
            <a:lvl1pPr marL="0" indent="0" rtl="0">
              <a:lnSpc>
                <a:spcPct val="100000"/>
              </a:lnSpc>
              <a:spcAft>
                <a:spcPts val="0"/>
              </a:spcAft>
              <a:buNone/>
              <a:defRPr sz="4000" b="1">
                <a:solidFill>
                  <a:schemeClr val="bg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Text, 40pt</a:t>
            </a:r>
          </a:p>
        </p:txBody>
      </p:sp>
      <p:sp>
        <p:nvSpPr>
          <p:cNvPr id="15" name="Text Placeholder 43">
            <a:extLst>
              <a:ext uri="{FF2B5EF4-FFF2-40B4-BE49-F238E27FC236}">
                <a16:creationId xmlns:a16="http://schemas.microsoft.com/office/drawing/2014/main" id="{8E425FDA-ACD2-D989-043B-F820E6AB516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0841432" y="172618"/>
            <a:ext cx="1350568" cy="684364"/>
          </a:xfrm>
          <a:blipFill dpi="0"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txBody>
          <a:bodyPr/>
          <a:lstStyle>
            <a:lvl1pPr marL="0" indent="0" rtl="0">
              <a:buNone/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pPr lvl="0"/>
            <a:r>
              <a:rPr lang="en-GB" noProof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825679516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3" pos="270" userDrawn="1">
          <p15:clr>
            <a:srgbClr val="FBAE40"/>
          </p15:clr>
        </p15:guide>
        <p15:guide id="4" pos="5715" userDrawn="1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56129758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9473"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5" name="Picture Placeholder 3">
            <a:extLst>
              <a:ext uri="{FF2B5EF4-FFF2-40B4-BE49-F238E27FC236}">
                <a16:creationId xmlns:a16="http://schemas.microsoft.com/office/drawing/2014/main" id="{B1008097-4228-1AEA-6834-837AEB6C765F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098000"/>
            <a:ext cx="12192000" cy="57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C6B8952-F9D6-8A77-2EE2-5858DB42218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 rtl="0"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2348137067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0" pos="270" userDrawn="1">
          <p15:clr>
            <a:srgbClr val="FBAE40"/>
          </p15:clr>
        </p15:guide>
        <p15:guide id="11" orient="horz" pos="692" userDrawn="1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rticipant 2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87514063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497"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4" name="Text Placeholder 43">
            <a:extLst>
              <a:ext uri="{FF2B5EF4-FFF2-40B4-BE49-F238E27FC236}">
                <a16:creationId xmlns:a16="http://schemas.microsoft.com/office/drawing/2014/main" id="{F1B83D0F-C30D-1DAC-90DB-D661B5AF376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261360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5" name="Text Placeholder 43">
            <a:extLst>
              <a:ext uri="{FF2B5EF4-FFF2-40B4-BE49-F238E27FC236}">
                <a16:creationId xmlns:a16="http://schemas.microsoft.com/office/drawing/2014/main" id="{B90C9969-7DC5-B20D-8F4C-02AC5884CB4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322980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6" name="Text Placeholder 43">
            <a:extLst>
              <a:ext uri="{FF2B5EF4-FFF2-40B4-BE49-F238E27FC236}">
                <a16:creationId xmlns:a16="http://schemas.microsoft.com/office/drawing/2014/main" id="{D33D3630-A9BD-59E4-DB03-46F3F54B0B0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61360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47" name="Text Placeholder 43">
            <a:extLst>
              <a:ext uri="{FF2B5EF4-FFF2-40B4-BE49-F238E27FC236}">
                <a16:creationId xmlns:a16="http://schemas.microsoft.com/office/drawing/2014/main" id="{2A5B2A23-B287-6454-94B2-CD333710069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322980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41" name="Picture Placeholder 3">
            <a:extLst>
              <a:ext uri="{FF2B5EF4-FFF2-40B4-BE49-F238E27FC236}">
                <a16:creationId xmlns:a16="http://schemas.microsoft.com/office/drawing/2014/main" id="{CC2D6935-038F-D464-C92D-808B5EA87C28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832825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2" name="Picture Placeholder 3">
            <a:extLst>
              <a:ext uri="{FF2B5EF4-FFF2-40B4-BE49-F238E27FC236}">
                <a16:creationId xmlns:a16="http://schemas.microsoft.com/office/drawing/2014/main" id="{FD410EBB-3FEB-6D5F-877D-39A60AC85BE4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6894445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2C2CF4B-8A3C-13FA-BECD-9DB01F4A614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3330464618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2" orient="horz" pos="963" userDrawn="1">
          <p15:clr>
            <a:srgbClr val="FBAE40"/>
          </p15:clr>
        </p15:guide>
        <p15:guide id="13" pos="270" userDrawn="1">
          <p15:clr>
            <a:srgbClr val="FBAE40"/>
          </p15:clr>
        </p15:guide>
        <p15:guide id="14" orient="horz" pos="692" userDrawn="1">
          <p15:clr>
            <a:srgbClr val="FBAE40"/>
          </p15:clr>
        </p15:guide>
        <p15:guide id="15" orient="horz" pos="4049" userDrawn="1">
          <p15:clr>
            <a:srgbClr val="FBAE40"/>
          </p15:clr>
        </p15:guide>
        <p15:guide id="16" pos="7409" userDrawn="1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rticipant 3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44976729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1521"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6" name="Picture Placeholder 3">
            <a:extLst>
              <a:ext uri="{FF2B5EF4-FFF2-40B4-BE49-F238E27FC236}">
                <a16:creationId xmlns:a16="http://schemas.microsoft.com/office/drawing/2014/main" id="{575FA654-6B49-780A-BFB4-222C98774724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9684211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4" name="Text Placeholder 43">
            <a:extLst>
              <a:ext uri="{FF2B5EF4-FFF2-40B4-BE49-F238E27FC236}">
                <a16:creationId xmlns:a16="http://schemas.microsoft.com/office/drawing/2014/main" id="{F1B83D0F-C30D-1DAC-90DB-D661B5AF376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0535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5" name="Text Placeholder 43">
            <a:extLst>
              <a:ext uri="{FF2B5EF4-FFF2-40B4-BE49-F238E27FC236}">
                <a16:creationId xmlns:a16="http://schemas.microsoft.com/office/drawing/2014/main" id="{B90C9969-7DC5-B20D-8F4C-02AC5884CB4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804535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6" name="Text Placeholder 43">
            <a:extLst>
              <a:ext uri="{FF2B5EF4-FFF2-40B4-BE49-F238E27FC236}">
                <a16:creationId xmlns:a16="http://schemas.microsoft.com/office/drawing/2014/main" id="{D33D3630-A9BD-59E4-DB03-46F3F54B0B0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90535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47" name="Text Placeholder 43">
            <a:extLst>
              <a:ext uri="{FF2B5EF4-FFF2-40B4-BE49-F238E27FC236}">
                <a16:creationId xmlns:a16="http://schemas.microsoft.com/office/drawing/2014/main" id="{2A5B2A23-B287-6454-94B2-CD333710069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804535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41" name="Picture Placeholder 3">
            <a:extLst>
              <a:ext uri="{FF2B5EF4-FFF2-40B4-BE49-F238E27FC236}">
                <a16:creationId xmlns:a16="http://schemas.microsoft.com/office/drawing/2014/main" id="{CC2D6935-038F-D464-C92D-808B5EA87C28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062000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2" name="Picture Placeholder 3">
            <a:extLst>
              <a:ext uri="{FF2B5EF4-FFF2-40B4-BE49-F238E27FC236}">
                <a16:creationId xmlns:a16="http://schemas.microsoft.com/office/drawing/2014/main" id="{FD410EBB-3FEB-6D5F-877D-39A60AC85BE4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5376000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3" name="Text Placeholder 43">
            <a:extLst>
              <a:ext uri="{FF2B5EF4-FFF2-40B4-BE49-F238E27FC236}">
                <a16:creationId xmlns:a16="http://schemas.microsoft.com/office/drawing/2014/main" id="{5842F8D1-C8E7-B7F7-193F-396D7F0C1FD5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112746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35" name="Text Placeholder 43">
            <a:extLst>
              <a:ext uri="{FF2B5EF4-FFF2-40B4-BE49-F238E27FC236}">
                <a16:creationId xmlns:a16="http://schemas.microsoft.com/office/drawing/2014/main" id="{F7ED4793-8249-B71F-2BD9-1E188E58956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112746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C01AD36-B7B0-8DA3-E4DF-7B92563C34F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171873576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2" orient="horz" pos="963" userDrawn="1">
          <p15:clr>
            <a:srgbClr val="FBAE40"/>
          </p15:clr>
        </p15:guide>
        <p15:guide id="13" pos="270" userDrawn="1">
          <p15:clr>
            <a:srgbClr val="FBAE40"/>
          </p15:clr>
        </p15:guide>
        <p15:guide id="14" orient="horz" pos="692" userDrawn="1">
          <p15:clr>
            <a:srgbClr val="FBAE40"/>
          </p15:clr>
        </p15:guide>
        <p15:guide id="15" orient="horz" pos="4049" userDrawn="1">
          <p15:clr>
            <a:srgbClr val="FBAE40"/>
          </p15:clr>
        </p15:guide>
        <p15:guide id="16" pos="7409" userDrawn="1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rticipant 4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87711517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2545"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1" name="Picture Placeholder 3">
            <a:extLst>
              <a:ext uri="{FF2B5EF4-FFF2-40B4-BE49-F238E27FC236}">
                <a16:creationId xmlns:a16="http://schemas.microsoft.com/office/drawing/2014/main" id="{CC2D6935-038F-D464-C92D-808B5EA87C28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062000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2" name="Picture Placeholder 3">
            <a:extLst>
              <a:ext uri="{FF2B5EF4-FFF2-40B4-BE49-F238E27FC236}">
                <a16:creationId xmlns:a16="http://schemas.microsoft.com/office/drawing/2014/main" id="{FD410EBB-3FEB-6D5F-877D-39A60AC85BE4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3929690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37" name="Picture Placeholder 3">
            <a:extLst>
              <a:ext uri="{FF2B5EF4-FFF2-40B4-BE49-F238E27FC236}">
                <a16:creationId xmlns:a16="http://schemas.microsoft.com/office/drawing/2014/main" id="{D01BDA65-4A3A-8C7F-6D57-257CEA15EDAB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6822312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4" name="Text Placeholder 43">
            <a:extLst>
              <a:ext uri="{FF2B5EF4-FFF2-40B4-BE49-F238E27FC236}">
                <a16:creationId xmlns:a16="http://schemas.microsoft.com/office/drawing/2014/main" id="{F1B83D0F-C30D-1DAC-90DB-D661B5AF376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0535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5" name="Text Placeholder 43">
            <a:extLst>
              <a:ext uri="{FF2B5EF4-FFF2-40B4-BE49-F238E27FC236}">
                <a16:creationId xmlns:a16="http://schemas.microsoft.com/office/drawing/2014/main" id="{B90C9969-7DC5-B20D-8F4C-02AC5884CB4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358225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6" name="Text Placeholder 43">
            <a:extLst>
              <a:ext uri="{FF2B5EF4-FFF2-40B4-BE49-F238E27FC236}">
                <a16:creationId xmlns:a16="http://schemas.microsoft.com/office/drawing/2014/main" id="{D33D3630-A9BD-59E4-DB03-46F3F54B0B0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90535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47" name="Text Placeholder 43">
            <a:extLst>
              <a:ext uri="{FF2B5EF4-FFF2-40B4-BE49-F238E27FC236}">
                <a16:creationId xmlns:a16="http://schemas.microsoft.com/office/drawing/2014/main" id="{2A5B2A23-B287-6454-94B2-CD333710069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358225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35" name="Text Placeholder 43">
            <a:extLst>
              <a:ext uri="{FF2B5EF4-FFF2-40B4-BE49-F238E27FC236}">
                <a16:creationId xmlns:a16="http://schemas.microsoft.com/office/drawing/2014/main" id="{B19CB6E8-97CB-822F-3F85-A7275483C46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250847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36" name="Text Placeholder 43">
            <a:extLst>
              <a:ext uri="{FF2B5EF4-FFF2-40B4-BE49-F238E27FC236}">
                <a16:creationId xmlns:a16="http://schemas.microsoft.com/office/drawing/2014/main" id="{2EF03F68-E44D-2D1B-E3CF-23E57CD8ACB4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250847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3" name="Picture Placeholder 3">
            <a:extLst>
              <a:ext uri="{FF2B5EF4-FFF2-40B4-BE49-F238E27FC236}">
                <a16:creationId xmlns:a16="http://schemas.microsoft.com/office/drawing/2014/main" id="{6F69C67C-E89D-2384-2449-3AE3B29A56D6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9684211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43">
            <a:extLst>
              <a:ext uri="{FF2B5EF4-FFF2-40B4-BE49-F238E27FC236}">
                <a16:creationId xmlns:a16="http://schemas.microsoft.com/office/drawing/2014/main" id="{4675A820-B82C-20ED-4FD7-8096B1F92A81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112746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13" name="Text Placeholder 43">
            <a:extLst>
              <a:ext uri="{FF2B5EF4-FFF2-40B4-BE49-F238E27FC236}">
                <a16:creationId xmlns:a16="http://schemas.microsoft.com/office/drawing/2014/main" id="{DF422E5E-8133-BB32-C099-047DCCC1623A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9112746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7B07921-E735-F94C-40EB-71F2AF0C4E0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3091910985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2" orient="horz" pos="963" userDrawn="1">
          <p15:clr>
            <a:srgbClr val="FBAE40"/>
          </p15:clr>
        </p15:guide>
        <p15:guide id="13" pos="270" userDrawn="1">
          <p15:clr>
            <a:srgbClr val="FBAE40"/>
          </p15:clr>
        </p15:guide>
        <p15:guide id="14" orient="horz" pos="692" userDrawn="1">
          <p15:clr>
            <a:srgbClr val="FBAE40"/>
          </p15:clr>
        </p15:guide>
        <p15:guide id="15" orient="horz" pos="4049" userDrawn="1">
          <p15:clr>
            <a:srgbClr val="FBAE40"/>
          </p15:clr>
        </p15:guide>
        <p15:guide id="16" pos="7409" userDrawn="1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rticipant 5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12101384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3569"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0" name="Picture Placeholder 3">
            <a:extLst>
              <a:ext uri="{FF2B5EF4-FFF2-40B4-BE49-F238E27FC236}">
                <a16:creationId xmlns:a16="http://schemas.microsoft.com/office/drawing/2014/main" id="{05696C37-BDF4-2F3D-603C-E1844610595D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3224666" y="3812592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63" name="Picture Placeholder 3">
            <a:extLst>
              <a:ext uri="{FF2B5EF4-FFF2-40B4-BE49-F238E27FC236}">
                <a16:creationId xmlns:a16="http://schemas.microsoft.com/office/drawing/2014/main" id="{E7C418BE-D8E0-8035-E432-74FD98A897B7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7525966" y="3812592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9" name="Picture Placeholder 3">
            <a:extLst>
              <a:ext uri="{FF2B5EF4-FFF2-40B4-BE49-F238E27FC236}">
                <a16:creationId xmlns:a16="http://schemas.microsoft.com/office/drawing/2014/main" id="{99175D0A-6D9D-DBBC-30F3-D0FC5D29CD36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9684211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50" name="Text Placeholder 43">
            <a:extLst>
              <a:ext uri="{FF2B5EF4-FFF2-40B4-BE49-F238E27FC236}">
                <a16:creationId xmlns:a16="http://schemas.microsoft.com/office/drawing/2014/main" id="{70D8A088-B7AE-9853-F92D-69BFEFB60E9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0535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51" name="Text Placeholder 43">
            <a:extLst>
              <a:ext uri="{FF2B5EF4-FFF2-40B4-BE49-F238E27FC236}">
                <a16:creationId xmlns:a16="http://schemas.microsoft.com/office/drawing/2014/main" id="{101E0012-1AFC-2117-1AFF-131E7D68BC6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804535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52" name="Text Placeholder 43">
            <a:extLst>
              <a:ext uri="{FF2B5EF4-FFF2-40B4-BE49-F238E27FC236}">
                <a16:creationId xmlns:a16="http://schemas.microsoft.com/office/drawing/2014/main" id="{76B9F0EE-35D9-4F4C-DF19-6F1329686F7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90535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53" name="Text Placeholder 43">
            <a:extLst>
              <a:ext uri="{FF2B5EF4-FFF2-40B4-BE49-F238E27FC236}">
                <a16:creationId xmlns:a16="http://schemas.microsoft.com/office/drawing/2014/main" id="{290CBF69-D6CA-7FA4-2148-5B01F5233DF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804535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54" name="Picture Placeholder 3">
            <a:extLst>
              <a:ext uri="{FF2B5EF4-FFF2-40B4-BE49-F238E27FC236}">
                <a16:creationId xmlns:a16="http://schemas.microsoft.com/office/drawing/2014/main" id="{F30F8F33-E146-584B-B117-177763926F78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062000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55" name="Picture Placeholder 3">
            <a:extLst>
              <a:ext uri="{FF2B5EF4-FFF2-40B4-BE49-F238E27FC236}">
                <a16:creationId xmlns:a16="http://schemas.microsoft.com/office/drawing/2014/main" id="{93AD48AD-2E9D-CCFA-CC34-50B41218A9B5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5376000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56" name="Text Placeholder 43">
            <a:extLst>
              <a:ext uri="{FF2B5EF4-FFF2-40B4-BE49-F238E27FC236}">
                <a16:creationId xmlns:a16="http://schemas.microsoft.com/office/drawing/2014/main" id="{3CFFEEC3-C7DF-AE66-30A4-4911FF001F7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112746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57" name="Text Placeholder 43">
            <a:extLst>
              <a:ext uri="{FF2B5EF4-FFF2-40B4-BE49-F238E27FC236}">
                <a16:creationId xmlns:a16="http://schemas.microsoft.com/office/drawing/2014/main" id="{AF0EB9D8-DAFE-F2BB-AAEB-93E5A6FCF4EC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112746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61" name="Text Placeholder 43">
            <a:extLst>
              <a:ext uri="{FF2B5EF4-FFF2-40B4-BE49-F238E27FC236}">
                <a16:creationId xmlns:a16="http://schemas.microsoft.com/office/drawing/2014/main" id="{8150DEEE-F1C8-412C-9A41-9C6A1510A4DA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2653201" y="5451145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62" name="Text Placeholder 43">
            <a:extLst>
              <a:ext uri="{FF2B5EF4-FFF2-40B4-BE49-F238E27FC236}">
                <a16:creationId xmlns:a16="http://schemas.microsoft.com/office/drawing/2014/main" id="{C0E9FEFA-5AB3-30A2-24C9-3AC8326327FE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2653201" y="5797901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64" name="Text Placeholder 43">
            <a:extLst>
              <a:ext uri="{FF2B5EF4-FFF2-40B4-BE49-F238E27FC236}">
                <a16:creationId xmlns:a16="http://schemas.microsoft.com/office/drawing/2014/main" id="{7FA20DE0-E4E7-6C95-C8AA-55B9BE2AE579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954501" y="5451145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65" name="Text Placeholder 43">
            <a:extLst>
              <a:ext uri="{FF2B5EF4-FFF2-40B4-BE49-F238E27FC236}">
                <a16:creationId xmlns:a16="http://schemas.microsoft.com/office/drawing/2014/main" id="{BC1BB4AA-BCDE-6809-1034-93EE2784F500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6954501" y="5797901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6BA4B36-92F3-CCD6-D942-4A1C8BE3CC4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1526452109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2" orient="horz" pos="963" userDrawn="1">
          <p15:clr>
            <a:srgbClr val="FBAE40"/>
          </p15:clr>
        </p15:guide>
        <p15:guide id="13" pos="270" userDrawn="1">
          <p15:clr>
            <a:srgbClr val="FBAE40"/>
          </p15:clr>
        </p15:guide>
        <p15:guide id="14" orient="horz" pos="692" userDrawn="1">
          <p15:clr>
            <a:srgbClr val="FBAE40"/>
          </p15:clr>
        </p15:guide>
        <p15:guide id="15" orient="horz" pos="4049" userDrawn="1">
          <p15:clr>
            <a:srgbClr val="FBAE40"/>
          </p15:clr>
        </p15:guide>
        <p15:guide id="16" pos="7409" userDrawn="1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act slide (1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99537255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4593"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1" name="Picture Placeholder 3">
            <a:extLst>
              <a:ext uri="{FF2B5EF4-FFF2-40B4-BE49-F238E27FC236}">
                <a16:creationId xmlns:a16="http://schemas.microsoft.com/office/drawing/2014/main" id="{2E005BC1-0A00-6A3F-9AB9-2090FB403C58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9146400" y="1098000"/>
            <a:ext cx="3045600" cy="5760000"/>
          </a:xfrm>
          <a:blipFill>
            <a:blip r:embed="rId6"/>
            <a:stretch>
              <a:fillRect/>
            </a:stretch>
          </a:blip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55998" y="2016000"/>
            <a:ext cx="5255944" cy="301878"/>
          </a:xfrm>
        </p:spPr>
        <p:txBody>
          <a:bodyPr>
            <a:noAutofit/>
          </a:bodyPr>
          <a:lstStyle>
            <a:lvl1pPr marL="0" indent="0" rtl="0">
              <a:lnSpc>
                <a:spcPct val="120000"/>
              </a:lnSpc>
              <a:spcAft>
                <a:spcPts val="0"/>
              </a:spcAft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Position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55998" y="1520825"/>
            <a:ext cx="5255944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1" name="Picture Placeholder 3">
            <a:extLst>
              <a:ext uri="{FF2B5EF4-FFF2-40B4-BE49-F238E27FC236}">
                <a16:creationId xmlns:a16="http://schemas.microsoft.com/office/drawing/2014/main" id="{4D03EDE8-139D-E4AC-B2DF-0B4ABE45D5E2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432000" y="1530000"/>
            <a:ext cx="2160000" cy="216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7" name="Text Placeholder 10">
            <a:extLst>
              <a:ext uri="{FF2B5EF4-FFF2-40B4-BE49-F238E27FC236}">
                <a16:creationId xmlns:a16="http://schemas.microsoft.com/office/drawing/2014/main" id="{EBE14B7E-1369-C17A-8857-D645DEE0EC7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455998" y="2847527"/>
            <a:ext cx="5255944" cy="1139662"/>
          </a:xfrm>
        </p:spPr>
        <p:txBody>
          <a:bodyPr>
            <a:noAutofit/>
          </a:bodyPr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Company address on three lines</a:t>
            </a:r>
          </a:p>
        </p:txBody>
      </p:sp>
      <p:sp>
        <p:nvSpPr>
          <p:cNvPr id="48" name="Text Placeholder 10">
            <a:extLst>
              <a:ext uri="{FF2B5EF4-FFF2-40B4-BE49-F238E27FC236}">
                <a16:creationId xmlns:a16="http://schemas.microsoft.com/office/drawing/2014/main" id="{5A9030AA-2D09-D294-83F5-D911E619749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455998" y="4535936"/>
            <a:ext cx="5255944" cy="1891852"/>
          </a:xfrm>
        </p:spPr>
        <p:txBody>
          <a:bodyPr>
            <a:noAutofit/>
          </a:bodyPr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Email, phone, mobile &amp; web each on one line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7EE503F-5E60-20CF-7913-904004C1FF7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1547072832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7" orient="horz" pos="963" userDrawn="1">
          <p15:clr>
            <a:srgbClr val="FBAE40"/>
          </p15:clr>
        </p15:guide>
        <p15:guide id="18" pos="270" userDrawn="1">
          <p15:clr>
            <a:srgbClr val="FBAE40"/>
          </p15:clr>
        </p15:guide>
        <p15:guide id="19" orient="horz" pos="692" userDrawn="1">
          <p15:clr>
            <a:srgbClr val="FBAE40"/>
          </p15:clr>
        </p15:guide>
        <p15:guide id="20" orient="horz" pos="4049" userDrawn="1">
          <p15:clr>
            <a:srgbClr val="FBAE40"/>
          </p15:clr>
        </p15:guide>
        <p15:guide id="21" pos="5760" userDrawn="1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act slide (2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82554910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5617"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3" name="Picture Placeholder 3">
            <a:extLst>
              <a:ext uri="{FF2B5EF4-FFF2-40B4-BE49-F238E27FC236}">
                <a16:creationId xmlns:a16="http://schemas.microsoft.com/office/drawing/2014/main" id="{5AC5C679-4332-8618-78DC-64B8D1686171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9146400" y="1098000"/>
            <a:ext cx="3045600" cy="5760000"/>
          </a:xfrm>
          <a:blipFill>
            <a:blip r:embed="rId6"/>
            <a:stretch>
              <a:fillRect/>
            </a:stretch>
          </a:blip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8" name="Text Placeholder 10">
            <a:extLst>
              <a:ext uri="{FF2B5EF4-FFF2-40B4-BE49-F238E27FC236}">
                <a16:creationId xmlns:a16="http://schemas.microsoft.com/office/drawing/2014/main" id="{5A9030AA-2D09-D294-83F5-D911E619749C}"/>
              </a:ext>
            </a:extLst>
          </p:cNvPr>
          <p:cNvSpPr>
            <a:spLocks noGrp="1"/>
          </p:cNvSpPr>
          <p:nvPr userDrawn="1">
            <p:ph type="body" sz="quarter" idx="18" hasCustomPrompt="1"/>
          </p:nvPr>
        </p:nvSpPr>
        <p:spPr>
          <a:xfrm>
            <a:off x="434458" y="4876301"/>
            <a:ext cx="3920284" cy="1551487"/>
          </a:xfrm>
        </p:spPr>
        <p:txBody>
          <a:bodyPr>
            <a:noAutofit/>
          </a:bodyPr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Email, phone, mobile &amp; web each on one line</a:t>
            </a:r>
          </a:p>
        </p:txBody>
      </p:sp>
      <p:sp>
        <p:nvSpPr>
          <p:cNvPr id="52" name="Text Placeholder 10">
            <a:extLst>
              <a:ext uri="{FF2B5EF4-FFF2-40B4-BE49-F238E27FC236}">
                <a16:creationId xmlns:a16="http://schemas.microsoft.com/office/drawing/2014/main" id="{DF2A2FE6-E130-9A0B-843E-C9F6EEF7AD73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791658" y="4876301"/>
            <a:ext cx="3920284" cy="1551487"/>
          </a:xfrm>
        </p:spPr>
        <p:txBody>
          <a:bodyPr>
            <a:noAutofit/>
          </a:bodyPr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Email, phone, mobile &amp; web each on one line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434458" y="3842876"/>
            <a:ext cx="3920284" cy="634276"/>
          </a:xfrm>
        </p:spPr>
        <p:txBody>
          <a:bodyPr>
            <a:noAutofit/>
          </a:bodyPr>
          <a:lstStyle>
            <a:lvl1pPr marL="0" indent="0" rtl="0">
              <a:spcAft>
                <a:spcPts val="0"/>
              </a:spcAft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Position on first line; company name on second line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 userDrawn="1">
            <p:ph type="body" sz="quarter" idx="14" hasCustomPrompt="1"/>
          </p:nvPr>
        </p:nvSpPr>
        <p:spPr>
          <a:xfrm>
            <a:off x="432000" y="3347701"/>
            <a:ext cx="3920284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1" name="Picture Placeholder 3">
            <a:extLst>
              <a:ext uri="{FF2B5EF4-FFF2-40B4-BE49-F238E27FC236}">
                <a16:creationId xmlns:a16="http://schemas.microsoft.com/office/drawing/2014/main" id="{4D03EDE8-139D-E4AC-B2DF-0B4ABE45D5E2}"/>
              </a:ext>
            </a:extLst>
          </p:cNvPr>
          <p:cNvSpPr>
            <a:spLocks noGrp="1"/>
          </p:cNvSpPr>
          <p:nvPr userDrawn="1">
            <p:ph type="pic" sz="quarter" idx="16" hasCustomPrompt="1"/>
          </p:nvPr>
        </p:nvSpPr>
        <p:spPr>
          <a:xfrm>
            <a:off x="432000" y="1530000"/>
            <a:ext cx="1620000" cy="162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9" name="Picture Placeholder 3">
            <a:extLst>
              <a:ext uri="{FF2B5EF4-FFF2-40B4-BE49-F238E27FC236}">
                <a16:creationId xmlns:a16="http://schemas.microsoft.com/office/drawing/2014/main" id="{AFF74F02-727B-636D-E509-15BFB0DBA675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4791658" y="1530000"/>
            <a:ext cx="1620000" cy="162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50" name="Text Placeholder 10">
            <a:extLst>
              <a:ext uri="{FF2B5EF4-FFF2-40B4-BE49-F238E27FC236}">
                <a16:creationId xmlns:a16="http://schemas.microsoft.com/office/drawing/2014/main" id="{400E275A-9507-FD29-6760-794ED70D2D9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791658" y="3842876"/>
            <a:ext cx="3920284" cy="634276"/>
          </a:xfrm>
        </p:spPr>
        <p:txBody>
          <a:bodyPr>
            <a:noAutofit/>
          </a:bodyPr>
          <a:lstStyle>
            <a:lvl1pPr marL="0" indent="0" rtl="0">
              <a:spcAft>
                <a:spcPts val="0"/>
              </a:spcAft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Position on first line; company name on second line</a:t>
            </a:r>
          </a:p>
        </p:txBody>
      </p:sp>
      <p:sp>
        <p:nvSpPr>
          <p:cNvPr id="51" name="Text Placeholder 12">
            <a:extLst>
              <a:ext uri="{FF2B5EF4-FFF2-40B4-BE49-F238E27FC236}">
                <a16:creationId xmlns:a16="http://schemas.microsoft.com/office/drawing/2014/main" id="{E72AEA63-EC16-F334-143C-F4F407B918A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791658" y="3347701"/>
            <a:ext cx="3920284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5146B3A-75B7-5620-B3DF-822D076AD0B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2932987225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9" orient="horz" pos="963">
          <p15:clr>
            <a:srgbClr val="FBAE40"/>
          </p15:clr>
        </p15:guide>
        <p15:guide id="10" pos="270">
          <p15:clr>
            <a:srgbClr val="FBAE40"/>
          </p15:clr>
        </p15:guide>
        <p15:guide id="11" orient="horz" pos="692">
          <p15:clr>
            <a:srgbClr val="FBAE40"/>
          </p15:clr>
        </p15:guide>
        <p15:guide id="12" orient="horz" pos="4049">
          <p15:clr>
            <a:srgbClr val="FBAE40"/>
          </p15:clr>
        </p15:guide>
        <p15:guide id="16" pos="576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act slide (3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98301394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6641"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8" name="Text Placeholder 10">
            <a:extLst>
              <a:ext uri="{FF2B5EF4-FFF2-40B4-BE49-F238E27FC236}">
                <a16:creationId xmlns:a16="http://schemas.microsoft.com/office/drawing/2014/main" id="{5A9030AA-2D09-D294-83F5-D911E619749C}"/>
              </a:ext>
            </a:extLst>
          </p:cNvPr>
          <p:cNvSpPr>
            <a:spLocks noGrp="1"/>
          </p:cNvSpPr>
          <p:nvPr userDrawn="1">
            <p:ph type="body" sz="quarter" idx="18" hasCustomPrompt="1"/>
          </p:nvPr>
        </p:nvSpPr>
        <p:spPr>
          <a:xfrm>
            <a:off x="436100" y="4876301"/>
            <a:ext cx="3479800" cy="1551487"/>
          </a:xfrm>
        </p:spPr>
        <p:txBody>
          <a:bodyPr>
            <a:noAutofit/>
          </a:bodyPr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Email, phone, mobile &amp; web each on one line</a:t>
            </a:r>
          </a:p>
        </p:txBody>
      </p:sp>
      <p:sp>
        <p:nvSpPr>
          <p:cNvPr id="52" name="Text Placeholder 10">
            <a:extLst>
              <a:ext uri="{FF2B5EF4-FFF2-40B4-BE49-F238E27FC236}">
                <a16:creationId xmlns:a16="http://schemas.microsoft.com/office/drawing/2014/main" id="{DF2A2FE6-E130-9A0B-843E-C9F6EEF7AD73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356100" y="4876301"/>
            <a:ext cx="3479800" cy="1551487"/>
          </a:xfrm>
        </p:spPr>
        <p:txBody>
          <a:bodyPr>
            <a:noAutofit/>
          </a:bodyPr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Email, phone, mobile &amp; web each on one line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431999" y="3842876"/>
            <a:ext cx="3479800" cy="634276"/>
          </a:xfrm>
        </p:spPr>
        <p:txBody>
          <a:bodyPr>
            <a:noAutofit/>
          </a:bodyPr>
          <a:lstStyle>
            <a:lvl1pPr marL="0" indent="0" rtl="0">
              <a:spcAft>
                <a:spcPts val="0"/>
              </a:spcAft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Position on first line; company name on second line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 userDrawn="1">
            <p:ph type="body" sz="quarter" idx="14" hasCustomPrompt="1"/>
          </p:nvPr>
        </p:nvSpPr>
        <p:spPr>
          <a:xfrm>
            <a:off x="431999" y="3347701"/>
            <a:ext cx="3479800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1" name="Picture Placeholder 3">
            <a:extLst>
              <a:ext uri="{FF2B5EF4-FFF2-40B4-BE49-F238E27FC236}">
                <a16:creationId xmlns:a16="http://schemas.microsoft.com/office/drawing/2014/main" id="{4D03EDE8-139D-E4AC-B2DF-0B4ABE45D5E2}"/>
              </a:ext>
            </a:extLst>
          </p:cNvPr>
          <p:cNvSpPr>
            <a:spLocks noGrp="1"/>
          </p:cNvSpPr>
          <p:nvPr userDrawn="1">
            <p:ph type="pic" sz="quarter" idx="16" hasCustomPrompt="1"/>
          </p:nvPr>
        </p:nvSpPr>
        <p:spPr>
          <a:xfrm>
            <a:off x="432000" y="1530000"/>
            <a:ext cx="1620000" cy="162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9" name="Picture Placeholder 3">
            <a:extLst>
              <a:ext uri="{FF2B5EF4-FFF2-40B4-BE49-F238E27FC236}">
                <a16:creationId xmlns:a16="http://schemas.microsoft.com/office/drawing/2014/main" id="{AFF74F02-727B-636D-E509-15BFB0DBA675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4356100" y="1530000"/>
            <a:ext cx="1620000" cy="162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50" name="Text Placeholder 10">
            <a:extLst>
              <a:ext uri="{FF2B5EF4-FFF2-40B4-BE49-F238E27FC236}">
                <a16:creationId xmlns:a16="http://schemas.microsoft.com/office/drawing/2014/main" id="{400E275A-9507-FD29-6760-794ED70D2D9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356100" y="3842876"/>
            <a:ext cx="3479800" cy="634276"/>
          </a:xfrm>
        </p:spPr>
        <p:txBody>
          <a:bodyPr>
            <a:noAutofit/>
          </a:bodyPr>
          <a:lstStyle>
            <a:lvl1pPr marL="0" indent="0" rtl="0">
              <a:spcAft>
                <a:spcPts val="0"/>
              </a:spcAft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Position on first line; company name on second line</a:t>
            </a:r>
          </a:p>
        </p:txBody>
      </p:sp>
      <p:sp>
        <p:nvSpPr>
          <p:cNvPr id="51" name="Text Placeholder 12">
            <a:extLst>
              <a:ext uri="{FF2B5EF4-FFF2-40B4-BE49-F238E27FC236}">
                <a16:creationId xmlns:a16="http://schemas.microsoft.com/office/drawing/2014/main" id="{E72AEA63-EC16-F334-143C-F4F407B918A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356100" y="3347701"/>
            <a:ext cx="3479800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2" name="Text Placeholder 10">
            <a:extLst>
              <a:ext uri="{FF2B5EF4-FFF2-40B4-BE49-F238E27FC236}">
                <a16:creationId xmlns:a16="http://schemas.microsoft.com/office/drawing/2014/main" id="{FD97310F-BF77-3052-7D5F-521AE85495B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278813" y="4876301"/>
            <a:ext cx="3479800" cy="1551487"/>
          </a:xfrm>
        </p:spPr>
        <p:txBody>
          <a:bodyPr>
            <a:noAutofit/>
          </a:bodyPr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Email, phone, mobile &amp; web each on one line</a:t>
            </a:r>
          </a:p>
        </p:txBody>
      </p:sp>
      <p:sp>
        <p:nvSpPr>
          <p:cNvPr id="3" name="Picture Placeholder 3">
            <a:extLst>
              <a:ext uri="{FF2B5EF4-FFF2-40B4-BE49-F238E27FC236}">
                <a16:creationId xmlns:a16="http://schemas.microsoft.com/office/drawing/2014/main" id="{0A03D3B0-D87F-65E2-20D2-2E3D4FC53E18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8278813" y="1530000"/>
            <a:ext cx="1620000" cy="162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5" name="Text Placeholder 10">
            <a:extLst>
              <a:ext uri="{FF2B5EF4-FFF2-40B4-BE49-F238E27FC236}">
                <a16:creationId xmlns:a16="http://schemas.microsoft.com/office/drawing/2014/main" id="{3AC0C46D-924E-6086-ABF8-9C7B8618C2F5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278813" y="3842876"/>
            <a:ext cx="3479800" cy="634276"/>
          </a:xfrm>
        </p:spPr>
        <p:txBody>
          <a:bodyPr>
            <a:noAutofit/>
          </a:bodyPr>
          <a:lstStyle>
            <a:lvl1pPr marL="0" indent="0" rtl="0">
              <a:spcAft>
                <a:spcPts val="0"/>
              </a:spcAft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Position on first line; company name on second line</a:t>
            </a:r>
          </a:p>
        </p:txBody>
      </p:sp>
      <p:sp>
        <p:nvSpPr>
          <p:cNvPr id="6" name="Text Placeholder 12">
            <a:extLst>
              <a:ext uri="{FF2B5EF4-FFF2-40B4-BE49-F238E27FC236}">
                <a16:creationId xmlns:a16="http://schemas.microsoft.com/office/drawing/2014/main" id="{DE75E8A5-8070-B311-99AA-D3C4B3C39236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8278813" y="3347701"/>
            <a:ext cx="3479800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EBE829B-D1F1-110E-2A2D-99BA9886B49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2107176593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9" orient="horz" pos="963">
          <p15:clr>
            <a:srgbClr val="FBAE40"/>
          </p15:clr>
        </p15:guide>
        <p15:guide id="10" pos="270">
          <p15:clr>
            <a:srgbClr val="FBAE40"/>
          </p15:clr>
        </p15:guide>
        <p15:guide id="11" orient="horz" pos="692">
          <p15:clr>
            <a:srgbClr val="FBAE40"/>
          </p15:clr>
        </p15:guide>
        <p15:guide id="12" orient="horz" pos="4049">
          <p15:clr>
            <a:srgbClr val="FBAE40"/>
          </p15:clr>
        </p15:guide>
        <p15:guide id="19" pos="7409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oleObject" Target="../embeddings/oleObject1.bin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image" Target="../media/image3.svg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tags" Target="../tags/tag2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vmlDrawing" Target="../drawings/vmlDrawing1.vml"/><Relationship Id="rId30" Type="http://schemas.openxmlformats.org/officeDocument/2006/relationships/image" Target="../media/image1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C075058B-0DA5-BCC2-2884-A3AA6637B8D8}"/>
              </a:ext>
            </a:extLst>
          </p:cNvPr>
          <p:cNvGraphicFramePr>
            <a:graphicFrameLocks noChangeAspect="1"/>
          </p:cNvGraphicFramePr>
          <p:nvPr>
            <p:custDataLst>
              <p:tags r:id="rId28"/>
            </p:custDataLst>
            <p:extLst>
              <p:ext uri="{D42A27DB-BD31-4B8C-83A1-F6EECF244321}">
                <p14:modId xmlns:p14="http://schemas.microsoft.com/office/powerpoint/2010/main" val="210078091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41" name="think-cell Slide" r:id="rId29" imgW="306" imgH="306" progId="TCLayout.ActiveDocument.1">
                  <p:embed/>
                </p:oleObj>
              </mc:Choice>
              <mc:Fallback>
                <p:oleObj name="think-cell Slide" r:id="rId29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C075058B-0DA5-BCC2-2884-A3AA6637B8D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62B6DD6-B6DA-4A3B-AA01-32E0D79279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vert="horz" wrap="square" lIns="0" tIns="0" rIns="0" bIns="0" rtlCol="0" anchor="ctr" anchorCtr="0">
            <a:noAutofit/>
          </a:bodyPr>
          <a:lstStyle/>
          <a:p>
            <a:r>
              <a:rPr lang="en-GB" noProof="0" dirty="0"/>
              <a:t>Title, 28pt, </a:t>
            </a:r>
            <a:br>
              <a:rPr lang="en-GB" noProof="0" dirty="0"/>
            </a:br>
            <a:r>
              <a:rPr lang="en-GB" noProof="0" dirty="0"/>
              <a:t>2 lines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4E9B469-A741-AADC-88BD-759DB5D44B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32000" y="1520824"/>
            <a:ext cx="11328000" cy="4905175"/>
          </a:xfrm>
          <a:prstGeom prst="rect">
            <a:avLst/>
          </a:prstGeom>
        </p:spPr>
        <p:txBody>
          <a:bodyPr vert="horz" wrap="square" lIns="0" tIns="0" rIns="0" bIns="0" rtlCol="0" anchor="t" anchorCtr="0">
            <a:noAutofit/>
          </a:bodyPr>
          <a:lstStyle/>
          <a:p>
            <a:pPr lvl="0"/>
            <a:r>
              <a:rPr lang="en-GB" noProof="0" dirty="0"/>
              <a:t>First level</a:t>
            </a:r>
          </a:p>
          <a:p>
            <a:pPr lvl="1"/>
            <a:r>
              <a:rPr lang="en-GB" noProof="0" dirty="0"/>
              <a:t>Second level</a:t>
            </a:r>
          </a:p>
          <a:p>
            <a:pPr lvl="2"/>
            <a:r>
              <a:rPr lang="en-GB" noProof="0" dirty="0"/>
              <a:t>Third level</a:t>
            </a:r>
          </a:p>
          <a:p>
            <a:pPr lvl="3"/>
            <a:r>
              <a:rPr lang="en-GB" noProof="0" dirty="0"/>
              <a:t>Fourth level</a:t>
            </a:r>
          </a:p>
          <a:p>
            <a:pPr lvl="4"/>
            <a:r>
              <a:rPr lang="en-GB" noProof="0" dirty="0"/>
              <a:t>Fifth level</a:t>
            </a:r>
          </a:p>
          <a:p>
            <a:pPr lvl="5"/>
            <a:r>
              <a:rPr lang="en-GB" noProof="0" dirty="0"/>
              <a:t>Sixth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9D0CF3-0723-425A-205C-484322D633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42912" y="7100600"/>
            <a:ext cx="4114800" cy="153888"/>
          </a:xfrm>
          <a:prstGeom prst="rect">
            <a:avLst/>
          </a:prstGeom>
        </p:spPr>
        <p:txBody>
          <a:bodyPr vert="horz" wrap="square" lIns="0" tIns="0" rIns="0" bIns="0" rtlCol="0" anchor="t" anchorCtr="0">
            <a:noAutofit/>
          </a:bodyPr>
          <a:lstStyle>
            <a:lvl1pPr algn="l" rtl="0">
              <a:defRPr sz="1000">
                <a:solidFill>
                  <a:schemeClr val="bg2"/>
                </a:solidFill>
              </a:defRPr>
            </a:lvl1pPr>
          </a:lstStyle>
          <a:p>
            <a:endParaRPr lang="en-GB" noProof="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F331C2-6712-205D-6768-F1C229CF063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7600" y="7100600"/>
            <a:ext cx="471488" cy="153888"/>
          </a:xfrm>
          <a:prstGeom prst="rect">
            <a:avLst/>
          </a:prstGeom>
        </p:spPr>
        <p:txBody>
          <a:bodyPr vert="horz" wrap="square" lIns="0" tIns="0" rIns="0" bIns="0" rtlCol="0" anchor="t" anchorCtr="0">
            <a:noAutofit/>
          </a:bodyPr>
          <a:lstStyle>
            <a:lvl1pPr algn="r" rtl="0">
              <a:defRPr sz="1000">
                <a:solidFill>
                  <a:schemeClr val="bg2"/>
                </a:solidFill>
              </a:defRPr>
            </a:lvl1pPr>
          </a:lstStyle>
          <a:p>
            <a:fld id="{97B27895-1833-42C6-927E-7C9AD7EEEA97}" type="slidenum">
              <a:rPr lang="en-GB" noProof="0" smtClean="0"/>
              <a:pPr/>
              <a:t>‹#›</a:t>
            </a:fld>
            <a:endParaRPr lang="en-GB" noProof="0" dirty="0"/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585608BD-05B9-34D2-34A7-A5AF7917B1E7}"/>
              </a:ext>
            </a:extLst>
          </p:cNvPr>
          <p:cNvPicPr>
            <a:picLocks noChangeAspect="1"/>
          </p:cNvPicPr>
          <p:nvPr userDrawn="1"/>
        </p:nvPicPr>
        <p:blipFill>
          <a:blip r:embed="rId3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2"/>
              </a:ext>
            </a:extLst>
          </a:blip>
          <a:stretch>
            <a:fillRect/>
          </a:stretch>
        </p:blipFill>
        <p:spPr>
          <a:xfrm>
            <a:off x="11021614" y="352800"/>
            <a:ext cx="738385" cy="32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33762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706" r:id="rId5"/>
    <p:sldLayoutId id="2147483709" r:id="rId6"/>
    <p:sldLayoutId id="2147483684" r:id="rId7"/>
    <p:sldLayoutId id="2147483685" r:id="rId8"/>
    <p:sldLayoutId id="2147483686" r:id="rId9"/>
    <p:sldLayoutId id="2147483687" r:id="rId10"/>
    <p:sldLayoutId id="2147483688" r:id="rId11"/>
    <p:sldLayoutId id="2147483689" r:id="rId12"/>
    <p:sldLayoutId id="2147483690" r:id="rId13"/>
    <p:sldLayoutId id="2147483691" r:id="rId14"/>
    <p:sldLayoutId id="2147483692" r:id="rId15"/>
    <p:sldLayoutId id="2147483693" r:id="rId16"/>
    <p:sldLayoutId id="2147483694" r:id="rId17"/>
    <p:sldLayoutId id="2147483695" r:id="rId18"/>
    <p:sldLayoutId id="2147483696" r:id="rId19"/>
    <p:sldLayoutId id="2147483697" r:id="rId20"/>
    <p:sldLayoutId id="2147483698" r:id="rId21"/>
    <p:sldLayoutId id="2147483699" r:id="rId22"/>
    <p:sldLayoutId id="2147483700" r:id="rId23"/>
    <p:sldLayoutId id="2147483707" r:id="rId24"/>
    <p:sldLayoutId id="2147483708" r:id="rId25"/>
  </p:sldLayoutIdLst>
  <p:transition spd="slow">
    <p:push dir="u"/>
  </p:transition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2800" b="1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70000" indent="-270000" algn="l" defTabSz="914400" rtl="0" eaLnBrk="1" latinLnBrk="0" hangingPunct="1">
        <a:lnSpc>
          <a:spcPct val="120000"/>
        </a:lnSpc>
        <a:spcBef>
          <a:spcPts val="0"/>
        </a:spcBef>
        <a:spcAft>
          <a:spcPts val="600"/>
        </a:spcAft>
        <a:buClr>
          <a:schemeClr val="tx1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540000" indent="-270000" algn="l" defTabSz="914400" rtl="0" eaLnBrk="1" latinLnBrk="0" hangingPunct="1">
        <a:lnSpc>
          <a:spcPct val="120000"/>
        </a:lnSpc>
        <a:spcBef>
          <a:spcPts val="0"/>
        </a:spcBef>
        <a:spcAft>
          <a:spcPts val="600"/>
        </a:spcAft>
        <a:buClr>
          <a:schemeClr val="tx1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10000" indent="-270000" algn="l" defTabSz="914400" rtl="0" eaLnBrk="1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080000" indent="-270000" algn="l" defTabSz="914400" rtl="0" eaLnBrk="1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350000" indent="-270000" algn="l" defTabSz="914400" rtl="0" eaLnBrk="1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1620000" indent="-270000" algn="l" defTabSz="914400" rtl="0" eaLnBrk="1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13" Type="http://schemas.openxmlformats.org/officeDocument/2006/relationships/image" Target="../media/image19.svg"/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3.jpg"/><Relationship Id="rId12" Type="http://schemas.openxmlformats.org/officeDocument/2006/relationships/image" Target="../media/image18.png"/><Relationship Id="rId2" Type="http://schemas.openxmlformats.org/officeDocument/2006/relationships/tags" Target="../tags/tag28.xml"/><Relationship Id="rId1" Type="http://schemas.openxmlformats.org/officeDocument/2006/relationships/vmlDrawing" Target="../drawings/vmlDrawing27.vml"/><Relationship Id="rId6" Type="http://schemas.openxmlformats.org/officeDocument/2006/relationships/image" Target="../media/image1.emf"/><Relationship Id="rId11" Type="http://schemas.openxmlformats.org/officeDocument/2006/relationships/image" Target="../media/image17.svg"/><Relationship Id="rId5" Type="http://schemas.openxmlformats.org/officeDocument/2006/relationships/oleObject" Target="../embeddings/oleObject26.bin"/><Relationship Id="rId10" Type="http://schemas.openxmlformats.org/officeDocument/2006/relationships/image" Target="../media/image16.png"/><Relationship Id="rId4" Type="http://schemas.openxmlformats.org/officeDocument/2006/relationships/notesSlide" Target="../notesSlides/notesSlide3.xml"/><Relationship Id="rId9" Type="http://schemas.openxmlformats.org/officeDocument/2006/relationships/image" Target="../media/image15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5.xml"/><Relationship Id="rId7" Type="http://schemas.openxmlformats.org/officeDocument/2006/relationships/image" Target="../media/image20.jpg"/><Relationship Id="rId2" Type="http://schemas.openxmlformats.org/officeDocument/2006/relationships/tags" Target="../tags/tag29.xml"/><Relationship Id="rId1" Type="http://schemas.openxmlformats.org/officeDocument/2006/relationships/vmlDrawing" Target="../drawings/vmlDrawing28.vml"/><Relationship Id="rId6" Type="http://schemas.openxmlformats.org/officeDocument/2006/relationships/image" Target="../media/image1.emf"/><Relationship Id="rId5" Type="http://schemas.openxmlformats.org/officeDocument/2006/relationships/oleObject" Target="../embeddings/oleObject27.bin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0.xml"/><Relationship Id="rId7" Type="http://schemas.openxmlformats.org/officeDocument/2006/relationships/image" Target="../media/image21.png"/><Relationship Id="rId2" Type="http://schemas.openxmlformats.org/officeDocument/2006/relationships/tags" Target="../tags/tag30.xml"/><Relationship Id="rId1" Type="http://schemas.openxmlformats.org/officeDocument/2006/relationships/vmlDrawing" Target="../drawings/vmlDrawing29.vml"/><Relationship Id="rId6" Type="http://schemas.openxmlformats.org/officeDocument/2006/relationships/image" Target="../media/image1.emf"/><Relationship Id="rId5" Type="http://schemas.openxmlformats.org/officeDocument/2006/relationships/oleObject" Target="../embeddings/oleObject28.bin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5.xml"/><Relationship Id="rId7" Type="http://schemas.openxmlformats.org/officeDocument/2006/relationships/image" Target="../media/image23.jpg"/><Relationship Id="rId2" Type="http://schemas.openxmlformats.org/officeDocument/2006/relationships/tags" Target="../tags/tag31.xml"/><Relationship Id="rId1" Type="http://schemas.openxmlformats.org/officeDocument/2006/relationships/vmlDrawing" Target="../drawings/vmlDrawing30.vml"/><Relationship Id="rId6" Type="http://schemas.openxmlformats.org/officeDocument/2006/relationships/image" Target="../media/image22.emf"/><Relationship Id="rId5" Type="http://schemas.openxmlformats.org/officeDocument/2006/relationships/oleObject" Target="../embeddings/oleObject29.bin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0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8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8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8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8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8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8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8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8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8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8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8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8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8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8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40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8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8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8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8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8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8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8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8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8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8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8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8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8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8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8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8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8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8.xml"/><Relationship Id="rId7" Type="http://schemas.openxmlformats.org/officeDocument/2006/relationships/image" Target="../media/image58.jpg"/><Relationship Id="rId2" Type="http://schemas.openxmlformats.org/officeDocument/2006/relationships/tags" Target="../tags/tag32.xml"/><Relationship Id="rId1" Type="http://schemas.openxmlformats.org/officeDocument/2006/relationships/vmlDrawing" Target="../drawings/vmlDrawing31.vml"/><Relationship Id="rId6" Type="http://schemas.openxmlformats.org/officeDocument/2006/relationships/image" Target="../media/image1.emf"/><Relationship Id="rId5" Type="http://schemas.openxmlformats.org/officeDocument/2006/relationships/oleObject" Target="../embeddings/oleObject30.bin"/><Relationship Id="rId4" Type="http://schemas.openxmlformats.org/officeDocument/2006/relationships/notesSlide" Target="../notesSlides/notesSlide4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213662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0818451F-DE2B-B8D1-E7DA-DF54F2094E82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2292" b="32292"/>
          <a:stretch>
            <a:fillRect/>
          </a:stretch>
        </p:blipFill>
        <p:spPr/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63DC8AC8-3EE6-0346-C3D1-617A95A52B2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bbv Software Services AG  |  </a:t>
            </a:r>
            <a:r>
              <a:rPr lang="en-CH" dirty="0"/>
              <a:t>Date</a:t>
            </a:r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94A268C-5455-5620-C433-3CCEA88828C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vi-VN" dirty="0"/>
              <a:t>Y</a:t>
            </a:r>
            <a:r>
              <a:rPr lang="en-US" dirty="0"/>
              <a:t>PP</a:t>
            </a:r>
            <a:r>
              <a:rPr lang="vi-VN" dirty="0"/>
              <a:t> 4</a:t>
            </a:r>
            <a:r>
              <a:rPr lang="en-US" dirty="0" err="1"/>
              <a:t>th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255709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ct 6" hidden="1">
            <a:extLst>
              <a:ext uri="{FF2B5EF4-FFF2-40B4-BE49-F238E27FC236}">
                <a16:creationId xmlns:a16="http://schemas.microsoft.com/office/drawing/2014/main" id="{2BBE1C08-AA88-72BB-AF71-C57753F3F385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22218867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7665" name="think-cell Slide" r:id="rId5" imgW="306" imgH="306" progId="TCLayout.ActiveDocument.1">
                  <p:embed/>
                </p:oleObj>
              </mc:Choice>
              <mc:Fallback>
                <p:oleObj name="think-cell Slide" r:id="rId5" imgW="306" imgH="306" progId="TCLayout.ActiveDocument.1">
                  <p:embed/>
                  <p:pic>
                    <p:nvPicPr>
                      <p:cNvPr id="7" name="Object 6" hidden="1">
                        <a:extLst>
                          <a:ext uri="{FF2B5EF4-FFF2-40B4-BE49-F238E27FC236}">
                            <a16:creationId xmlns:a16="http://schemas.microsoft.com/office/drawing/2014/main" id="{2BBE1C08-AA88-72BB-AF71-C57753F3F38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8" name="Picture Placeholder 7">
            <a:extLst>
              <a:ext uri="{FF2B5EF4-FFF2-40B4-BE49-F238E27FC236}">
                <a16:creationId xmlns:a16="http://schemas.microsoft.com/office/drawing/2014/main" id="{3B458723-F8F0-9DEE-EB70-04F588D700D0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 rotWithShape="1">
          <a:blip r:embed="rId7"/>
          <a:srcRect t="26389" b="26389"/>
          <a:stretch/>
        </p:blipFill>
        <p:spPr/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A02ED5A7-572B-82DF-E867-D87AF7CFD77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noProof="0" dirty="0"/>
              <a:t>bbv Software Services AG  |  </a:t>
            </a:r>
            <a:r>
              <a:rPr lang="en-CH" noProof="0" dirty="0"/>
              <a:t>Date</a:t>
            </a:r>
            <a:r>
              <a:rPr lang="en-US" noProof="0" dirty="0"/>
              <a:t>: 08/05/2025</a:t>
            </a:r>
            <a:endParaRPr lang="en-GB" noProof="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9A50645-4898-AAC6-F648-5D00E1663EE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vert="horz"/>
          <a:lstStyle/>
          <a:p>
            <a:r>
              <a:rPr lang="en-CH" noProof="0" dirty="0"/>
              <a:t>Presentation on Trello Functionalities</a:t>
            </a:r>
            <a:endParaRPr lang="en-GB" noProof="0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FC76990F-B249-6611-0800-1DA433F97A5D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 lang="de-CH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EC3FBF0-6FE4-4ED5-97F7-BC43A1D2912A}"/>
              </a:ext>
            </a:extLst>
          </p:cNvPr>
          <p:cNvGrpSpPr/>
          <p:nvPr/>
        </p:nvGrpSpPr>
        <p:grpSpPr>
          <a:xfrm>
            <a:off x="9595831" y="2346866"/>
            <a:ext cx="1736339" cy="526268"/>
            <a:chOff x="8343600" y="2412129"/>
            <a:chExt cx="2315118" cy="701691"/>
          </a:xfrm>
        </p:grpSpPr>
        <p:pic>
          <p:nvPicPr>
            <p:cNvPr id="14" name="Graphic 13">
              <a:extLst>
                <a:ext uri="{FF2B5EF4-FFF2-40B4-BE49-F238E27FC236}">
                  <a16:creationId xmlns:a16="http://schemas.microsoft.com/office/drawing/2014/main" id="{50A1A25B-D699-C973-F9E8-41E61746C36E}"/>
                </a:ext>
              </a:extLst>
            </p:cNvPr>
            <p:cNvPicPr>
              <a:picLocks noChangeAspect="1"/>
            </p:cNvPicPr>
            <p:nvPr/>
          </p:nvPicPr>
          <p:blipFill>
            <a:blip r:embed="rId8" cstate="screen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8343600" y="2412129"/>
              <a:ext cx="1954171" cy="360000"/>
            </a:xfrm>
            <a:prstGeom prst="rect">
              <a:avLst/>
            </a:prstGeom>
          </p:spPr>
        </p:pic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E80F7C00-B899-BC79-5218-8DD951C055F2}"/>
                </a:ext>
              </a:extLst>
            </p:cNvPr>
            <p:cNvGrpSpPr/>
            <p:nvPr/>
          </p:nvGrpSpPr>
          <p:grpSpPr>
            <a:xfrm>
              <a:off x="8343600" y="2915820"/>
              <a:ext cx="2315118" cy="198000"/>
              <a:chOff x="8343600" y="2903749"/>
              <a:chExt cx="2315118" cy="198000"/>
            </a:xfrm>
          </p:grpSpPr>
          <p:pic>
            <p:nvPicPr>
              <p:cNvPr id="16" name="Graphic 15">
                <a:extLst>
                  <a:ext uri="{FF2B5EF4-FFF2-40B4-BE49-F238E27FC236}">
                    <a16:creationId xmlns:a16="http://schemas.microsoft.com/office/drawing/2014/main" id="{88E55AF8-2654-F41B-C4A1-D490B9B589E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 cstate="screen">
                <a:extLst>
                  <a:ext uri="{28A0092B-C50C-407E-A947-70E740481C1C}">
                    <a14:useLocalDpi xmlns:a14="http://schemas.microsoft.com/office/drawing/2010/main"/>
                  </a:ex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p:blipFill>
            <p:spPr>
              <a:xfrm>
                <a:off x="9124668" y="2914533"/>
                <a:ext cx="1534050" cy="180000"/>
              </a:xfrm>
              <a:prstGeom prst="rect">
                <a:avLst/>
              </a:prstGeom>
            </p:spPr>
          </p:pic>
          <p:pic>
            <p:nvPicPr>
              <p:cNvPr id="17" name="Graphic 16">
                <a:extLst>
                  <a:ext uri="{FF2B5EF4-FFF2-40B4-BE49-F238E27FC236}">
                    <a16:creationId xmlns:a16="http://schemas.microsoft.com/office/drawing/2014/main" id="{57BBDFB2-E80D-449C-2D7B-F4BAB3531D4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 cstate="screen">
                <a:extLst>
                  <a:ext uri="{28A0092B-C50C-407E-A947-70E740481C1C}">
                    <a14:useLocalDpi xmlns:a14="http://schemas.microsoft.com/office/drawing/2010/main"/>
                  </a:ex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p:blipFill>
            <p:spPr>
              <a:xfrm>
                <a:off x="8343600" y="2903749"/>
                <a:ext cx="565068" cy="198000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p14:creationId xmlns:p14="http://schemas.microsoft.com/office/powerpoint/2010/main" val="31857132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0561E403-33F7-B94A-DE82-295AC6F21A54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225" r="15853"/>
          <a:stretch/>
        </p:blipFill>
        <p:spPr>
          <a:xfrm>
            <a:off x="6096000" y="1098000"/>
            <a:ext cx="6096000" cy="5760000"/>
          </a:xfrm>
        </p:spPr>
      </p:pic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EE50F8-6089-8B05-8B3F-8F26994E48F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GB" dirty="0"/>
              <a:t>Introduction</a:t>
            </a:r>
          </a:p>
          <a:p>
            <a:r>
              <a:rPr lang="vi-VN" dirty="0"/>
              <a:t>Key </a:t>
            </a:r>
            <a:r>
              <a:rPr lang="en-US" dirty="0"/>
              <a:t>Functionalities</a:t>
            </a:r>
            <a:endParaRPr lang="vi-VN" dirty="0"/>
          </a:p>
          <a:p>
            <a:r>
              <a:rPr lang="vi-VN" dirty="0"/>
              <a:t>Screens in Trello</a:t>
            </a:r>
            <a:endParaRPr lang="en-US" dirty="0"/>
          </a:p>
          <a:p>
            <a:r>
              <a:rPr lang="en-US" dirty="0"/>
              <a:t>Q&amp;A</a:t>
            </a:r>
            <a:endParaRPr lang="en-GB" dirty="0"/>
          </a:p>
          <a:p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2823D42-BBCC-FF67-3367-1A97BAB848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28598104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D9B0D693-42D5-3C0F-5ED4-40522D2C1217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67742895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8689" name="think-cell Slide" r:id="rId5" imgW="306" imgH="306" progId="TCLayout.ActiveDocument.1">
                  <p:embed/>
                </p:oleObj>
              </mc:Choice>
              <mc:Fallback>
                <p:oleObj name="think-cell Slide" r:id="rId5" imgW="306" imgH="306" progId="TCLayout.ActiveDocument.1">
                  <p:embed/>
                  <p:pic>
                    <p:nvPicPr>
                      <p:cNvPr id="4" name="Object 3" hidden="1">
                        <a:extLst>
                          <a:ext uri="{FF2B5EF4-FFF2-40B4-BE49-F238E27FC236}">
                            <a16:creationId xmlns:a16="http://schemas.microsoft.com/office/drawing/2014/main" id="{D9B0D693-42D5-3C0F-5ED4-40522D2C121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EF648B22-9BC3-A38D-EECF-81EDB4845C6F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4059" b="42247"/>
          <a:stretch/>
        </p:blipFill>
        <p:spPr>
          <a:xfrm>
            <a:off x="0" y="1098000"/>
            <a:ext cx="12192000" cy="2160000"/>
          </a:xfrm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E1F6CD6B-1F52-35AC-8E87-6337B4A1077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What is Trello?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6CCE0C7-F39C-A9B7-EFD4-CECED4307FF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vert="horz"/>
          <a:lstStyle/>
          <a:p>
            <a:r>
              <a:rPr lang="vi-VN" dirty="0"/>
              <a:t>INTRODUCTION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825899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Object 8" hidden="1">
            <a:extLst>
              <a:ext uri="{FF2B5EF4-FFF2-40B4-BE49-F238E27FC236}">
                <a16:creationId xmlns:a16="http://schemas.microsoft.com/office/drawing/2014/main" id="{692DB2C1-905C-17B8-72EB-04AFFCFBA36E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9713" name="think-cell Slide" r:id="rId5" imgW="306" imgH="306" progId="TCLayout.ActiveDocument.1">
                  <p:embed/>
                </p:oleObj>
              </mc:Choice>
              <mc:Fallback>
                <p:oleObj name="think-cell Slide" r:id="rId5" imgW="306" imgH="306" progId="TCLayout.ActiveDocument.1">
                  <p:embed/>
                  <p:pic>
                    <p:nvPicPr>
                      <p:cNvPr id="9" name="Object 8" hidden="1">
                        <a:extLst>
                          <a:ext uri="{FF2B5EF4-FFF2-40B4-BE49-F238E27FC236}">
                            <a16:creationId xmlns:a16="http://schemas.microsoft.com/office/drawing/2014/main" id="{692DB2C1-905C-17B8-72EB-04AFFCFBA36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Title 2">
            <a:extLst>
              <a:ext uri="{FF2B5EF4-FFF2-40B4-BE49-F238E27FC236}">
                <a16:creationId xmlns:a16="http://schemas.microsoft.com/office/drawing/2014/main" id="{D35A2419-6612-6932-3D9B-20E6863420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vi-VN" dirty="0"/>
              <a:t>INTRODUCTION</a:t>
            </a:r>
            <a:endParaRPr lang="en-GB" dirty="0"/>
          </a:p>
        </p:txBody>
      </p:sp>
      <p:sp>
        <p:nvSpPr>
          <p:cNvPr id="23" name="Inhaltsplatzhalter 1">
            <a:extLst>
              <a:ext uri="{FF2B5EF4-FFF2-40B4-BE49-F238E27FC236}">
                <a16:creationId xmlns:a16="http://schemas.microsoft.com/office/drawing/2014/main" id="{14A6571E-0587-1E10-CAAE-907648CA4E6D}"/>
              </a:ext>
            </a:extLst>
          </p:cNvPr>
          <p:cNvSpPr txBox="1">
            <a:spLocks/>
          </p:cNvSpPr>
          <p:nvPr/>
        </p:nvSpPr>
        <p:spPr>
          <a:xfrm>
            <a:off x="431998" y="1527719"/>
            <a:ext cx="5232201" cy="266483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just" rtl="0" eaLnBrk="1" fontAlgn="base" hangingPunct="1">
              <a:spcBef>
                <a:spcPts val="667"/>
              </a:spcBef>
              <a:spcAft>
                <a:spcPct val="0"/>
              </a:spcAft>
              <a:buClr>
                <a:schemeClr val="bg2"/>
              </a:buClr>
              <a:buFontTx/>
              <a:buNone/>
              <a:defRPr sz="1800" baseline="0">
                <a:solidFill>
                  <a:schemeClr val="bg2"/>
                </a:solidFill>
                <a:latin typeface="+mj-lt"/>
                <a:ea typeface="+mn-ea"/>
                <a:cs typeface="Arial" panose="020B0604020202020204" pitchFamily="34" charset="0"/>
              </a:defRPr>
            </a:lvl1pPr>
            <a:lvl2pPr marL="0" indent="0" algn="just" rtl="0" eaLnBrk="1" fontAlgn="base" hangingPunct="1">
              <a:spcBef>
                <a:spcPts val="667"/>
              </a:spcBef>
              <a:spcAft>
                <a:spcPct val="0"/>
              </a:spcAft>
              <a:buClr>
                <a:schemeClr val="bg2"/>
              </a:buClr>
              <a:buFont typeface="Symbol" panose="05050102010706020507" pitchFamily="18" charset="2"/>
              <a:buNone/>
              <a:defRPr sz="1800">
                <a:solidFill>
                  <a:schemeClr val="bg2"/>
                </a:solidFill>
                <a:latin typeface="+mj-lt"/>
                <a:ea typeface="+mn-ea"/>
                <a:cs typeface="Arial" panose="020B0604020202020204" pitchFamily="34" charset="0"/>
              </a:defRPr>
            </a:lvl2pPr>
            <a:lvl3pPr marL="359991" indent="0" algn="just" rtl="0" eaLnBrk="1" fontAlgn="base" hangingPunct="1">
              <a:spcBef>
                <a:spcPts val="667"/>
              </a:spcBef>
              <a:spcAft>
                <a:spcPct val="0"/>
              </a:spcAft>
              <a:buClr>
                <a:schemeClr val="bg2"/>
              </a:buClr>
              <a:buFont typeface="Arial" panose="020B0604020202020204" pitchFamily="34" charset="0"/>
              <a:buNone/>
              <a:defRPr sz="1800">
                <a:solidFill>
                  <a:schemeClr val="bg2"/>
                </a:solidFill>
                <a:latin typeface="+mj-lt"/>
                <a:ea typeface="+mn-ea"/>
                <a:cs typeface="Arial" panose="020B0604020202020204" pitchFamily="34" charset="0"/>
              </a:defRPr>
            </a:lvl3pPr>
            <a:lvl4pPr marL="719982" indent="0" algn="just" rtl="0" eaLnBrk="1" fontAlgn="base" hangingPunct="1">
              <a:spcBef>
                <a:spcPts val="333"/>
              </a:spcBef>
              <a:spcAft>
                <a:spcPct val="0"/>
              </a:spcAft>
              <a:buClr>
                <a:schemeClr val="bg2"/>
              </a:buClr>
              <a:buSzPct val="100000"/>
              <a:buFont typeface="Arial" panose="020B0604020202020204" pitchFamily="34" charset="0"/>
              <a:buNone/>
              <a:defRPr sz="1400" baseline="0">
                <a:solidFill>
                  <a:schemeClr val="bg2"/>
                </a:solidFill>
                <a:latin typeface="+mj-lt"/>
                <a:ea typeface="+mn-ea"/>
                <a:cs typeface="Arial" panose="020B0604020202020204" pitchFamily="34" charset="0"/>
              </a:defRPr>
            </a:lvl4pPr>
            <a:lvl5pPr marL="0" indent="-359991" algn="just" rtl="0" eaLnBrk="1" fontAlgn="base" hangingPunct="1">
              <a:spcBef>
                <a:spcPts val="667"/>
              </a:spcBef>
              <a:spcAft>
                <a:spcPct val="0"/>
              </a:spcAft>
              <a:buClr>
                <a:schemeClr val="bg2"/>
              </a:buClr>
              <a:buFont typeface="+mj-lt"/>
              <a:buAutoNum type="arabicPeriod"/>
              <a:defRPr sz="1800">
                <a:solidFill>
                  <a:schemeClr val="bg2"/>
                </a:solidFill>
                <a:latin typeface="+mj-lt"/>
                <a:ea typeface="+mn-ea"/>
                <a:cs typeface="Arial" panose="020B0604020202020204" pitchFamily="34" charset="0"/>
              </a:defRPr>
            </a:lvl5pPr>
            <a:lvl6pPr marL="719982" indent="-359991" algn="l" rtl="0" eaLnBrk="1" fontAlgn="base" hangingPunct="1">
              <a:spcBef>
                <a:spcPts val="667"/>
              </a:spcBef>
              <a:spcAft>
                <a:spcPct val="0"/>
              </a:spcAft>
              <a:buClr>
                <a:schemeClr val="bg2"/>
              </a:buClr>
              <a:buFont typeface="+mj-lt"/>
              <a:buAutoNum type="arabicPeriod"/>
              <a:defRPr sz="1800">
                <a:solidFill>
                  <a:schemeClr val="bg2"/>
                </a:solidFill>
                <a:latin typeface="+mj-lt"/>
                <a:ea typeface="+mn-ea"/>
                <a:cs typeface="Arial" panose="020B0604020202020204" pitchFamily="34" charset="0"/>
              </a:defRPr>
            </a:lvl6pPr>
            <a:lvl7pPr marL="1079973" indent="-359991" algn="l" rtl="0" eaLnBrk="1" fontAlgn="base" hangingPunct="1">
              <a:spcBef>
                <a:spcPts val="333"/>
              </a:spcBef>
              <a:spcAft>
                <a:spcPct val="0"/>
              </a:spcAft>
              <a:buClr>
                <a:schemeClr val="bg2"/>
              </a:buClr>
              <a:buFont typeface="+mj-lt"/>
              <a:buAutoNum type="arabicPeriod"/>
              <a:defRPr sz="1400" baseline="0">
                <a:solidFill>
                  <a:schemeClr val="bg2"/>
                </a:solidFill>
                <a:latin typeface="+mj-lt"/>
                <a:ea typeface="+mn-ea"/>
                <a:cs typeface="Arial" panose="020B0604020202020204" pitchFamily="34" charset="0"/>
              </a:defRPr>
            </a:lvl7pPr>
            <a:lvl8pPr marL="0" indent="0" algn="l" rtl="0" eaLnBrk="1" fontAlgn="base" hangingPunct="1">
              <a:spcBef>
                <a:spcPts val="667"/>
              </a:spcBef>
              <a:spcAft>
                <a:spcPct val="0"/>
              </a:spcAft>
              <a:buClr>
                <a:srgbClr val="C00000"/>
              </a:buClr>
              <a:buFont typeface="+mj-lt"/>
              <a:buNone/>
              <a:tabLst>
                <a:tab pos="958827" algn="l"/>
              </a:tabLst>
              <a:defRPr sz="1800" baseline="0">
                <a:solidFill>
                  <a:schemeClr val="bg2"/>
                </a:solidFill>
                <a:latin typeface="+mj-lt"/>
                <a:ea typeface="+mn-ea"/>
              </a:defRPr>
            </a:lvl8pPr>
            <a:lvl9pPr marL="0" indent="0" algn="l" rtl="0" eaLnBrk="1" fontAlgn="base" hangingPunct="1">
              <a:spcBef>
                <a:spcPts val="667"/>
              </a:spcBef>
              <a:spcAft>
                <a:spcPct val="0"/>
              </a:spcAft>
              <a:defRPr sz="1800">
                <a:solidFill>
                  <a:schemeClr val="bg2"/>
                </a:solidFill>
                <a:latin typeface="+mj-lt"/>
                <a:ea typeface="+mn-ea"/>
                <a:cs typeface="Arial" pitchFamily="34" charset="0"/>
              </a:defRPr>
            </a:lvl9pPr>
          </a:lstStyle>
          <a:p>
            <a:pPr marL="285750" indent="-285750" algn="l" defTabSz="914400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chemeClr val="tx1"/>
                </a:solidFill>
                <a:latin typeface="+mn-lt"/>
              </a:rPr>
              <a:t>Trello is a visual project management tool </a:t>
            </a:r>
          </a:p>
          <a:p>
            <a:pPr marL="285750" indent="-285750" algn="l" defTabSz="914400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chemeClr val="tx1"/>
                </a:solidFill>
                <a:latin typeface="+mn-lt"/>
              </a:rPr>
              <a:t>Workspace → Board → </a:t>
            </a:r>
            <a:r>
              <a:rPr lang="vi-VN" kern="0" dirty="0">
                <a:solidFill>
                  <a:schemeClr val="tx1"/>
                </a:solidFill>
                <a:latin typeface="+mn-lt"/>
              </a:rPr>
              <a:t>Stage</a:t>
            </a:r>
            <a:r>
              <a:rPr lang="en-US" kern="0" dirty="0">
                <a:solidFill>
                  <a:schemeClr val="tx1"/>
                </a:solidFill>
                <a:latin typeface="+mn-lt"/>
              </a:rPr>
              <a:t> → Card to organize tasks </a:t>
            </a:r>
          </a:p>
          <a:p>
            <a:pPr marL="285750" indent="-285750" algn="l" defTabSz="914400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chemeClr val="tx1"/>
                </a:solidFill>
                <a:latin typeface="+mn-lt"/>
              </a:rPr>
              <a:t>Collaborate with teams.</a:t>
            </a:r>
            <a:endParaRPr lang="vi-VN" kern="0" dirty="0">
              <a:solidFill>
                <a:schemeClr val="tx1"/>
              </a:solidFill>
              <a:latin typeface="+mn-lt"/>
            </a:endParaRPr>
          </a:p>
          <a:p>
            <a:pPr marL="645741" lvl="2" indent="-285750" algn="l">
              <a:buFont typeface="Courier New" panose="02070309020205020404" pitchFamily="49" charset="0"/>
              <a:buChar char="o"/>
            </a:pPr>
            <a:r>
              <a:rPr lang="en-US" kern="0" dirty="0">
                <a:solidFill>
                  <a:schemeClr val="tx1"/>
                </a:solidFill>
                <a:latin typeface="+mn-lt"/>
              </a:rPr>
              <a:t>Intuitive drag-and-drop interface</a:t>
            </a:r>
            <a:endParaRPr lang="vi-VN" kern="0" dirty="0">
              <a:solidFill>
                <a:schemeClr val="tx1"/>
              </a:solidFill>
              <a:latin typeface="+mn-lt"/>
            </a:endParaRPr>
          </a:p>
          <a:p>
            <a:pPr marL="645741" lvl="2" indent="-285750" algn="l">
              <a:buFont typeface="Courier New" panose="02070309020205020404" pitchFamily="49" charset="0"/>
              <a:buChar char="o"/>
            </a:pPr>
            <a:r>
              <a:rPr lang="en-US" kern="0" dirty="0">
                <a:solidFill>
                  <a:schemeClr val="tx1"/>
                </a:solidFill>
                <a:latin typeface="+mn-lt"/>
              </a:rPr>
              <a:t>Ideal for task management, kanban boards, and collaboration</a:t>
            </a:r>
            <a:endParaRPr lang="vi-VN" kern="0" dirty="0">
              <a:solidFill>
                <a:schemeClr val="tx1"/>
              </a:solidFill>
              <a:latin typeface="+mn-lt"/>
            </a:endParaRPr>
          </a:p>
          <a:p>
            <a:pPr marL="645741" lvl="2" indent="-285750" algn="l">
              <a:buFont typeface="Courier New" panose="02070309020205020404" pitchFamily="49" charset="0"/>
              <a:buChar char="o"/>
            </a:pPr>
            <a:r>
              <a:rPr lang="en-US" kern="0" dirty="0">
                <a:solidFill>
                  <a:schemeClr val="tx1"/>
                </a:solidFill>
                <a:latin typeface="+mn-lt"/>
              </a:rPr>
              <a:t>Works for teams of any size</a:t>
            </a:r>
            <a:endParaRPr lang="en-GB" kern="0" dirty="0">
              <a:solidFill>
                <a:schemeClr val="tx1"/>
              </a:solidFill>
              <a:latin typeface="+mn-lt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2E0B9D4-9D96-7B2F-32F9-7C6DCF60C65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64199" y="1076849"/>
            <a:ext cx="6096000" cy="47231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53841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ct 5" hidden="1">
            <a:extLst>
              <a:ext uri="{FF2B5EF4-FFF2-40B4-BE49-F238E27FC236}">
                <a16:creationId xmlns:a16="http://schemas.microsoft.com/office/drawing/2014/main" id="{CD18B968-C584-8DAD-AD19-51B0EF322234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110297399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0737" name="think-cell Slide" r:id="rId5" imgW="7772400" imgH="10058400" progId="TCLayout.ActiveDocument.1">
                  <p:embed/>
                </p:oleObj>
              </mc:Choice>
              <mc:Fallback>
                <p:oleObj name="think-cell Slide" r:id="rId5" imgW="7772400" imgH="1005840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7" name="Picture Placeholder 6">
            <a:extLst>
              <a:ext uri="{FF2B5EF4-FFF2-40B4-BE49-F238E27FC236}">
                <a16:creationId xmlns:a16="http://schemas.microsoft.com/office/drawing/2014/main" id="{97CEAA93-EF5B-6E0E-C86D-8320414DF7B7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2292" b="32292"/>
          <a:stretch>
            <a:fillRect/>
          </a:stretch>
        </p:blipFill>
        <p:spPr/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2C2C5989-BC54-3BBD-8A51-0597FC88083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vert="horz"/>
          <a:lstStyle/>
          <a:p>
            <a:r>
              <a:rPr lang="en-US" dirty="0"/>
              <a:t>Key Functionalities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450682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DE26A09-3641-218F-541F-9F1988FFAD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32000" y="1544801"/>
            <a:ext cx="5232200" cy="4267788"/>
          </a:xfrm>
        </p:spPr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/>
              <a:t>Create Workspaces and Boards 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/>
              <a:t>Create Stages within Boards 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/>
              <a:t>Create Cards (task items) inside Stages 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/>
              <a:t>Add custom fields to Cards 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/>
              <a:t>Assign Members to Cards 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/>
              <a:t>Add Labels, Due Dates, Checklists, and Attachments 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/>
              <a:t>Comment and track Activity on Cards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/>
              <a:t>Manage Permissions and Sharing 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/>
              <a:t>Use Templates for quick project setup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4CA6541B-91AB-DFDC-80FD-456C4EF321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Functionalities of Trello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1B2C80F-52B9-B47F-62BE-ACC59AA3B1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91999" y="1367628"/>
            <a:ext cx="5797365" cy="42677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38092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2B74CDE-9E85-DB83-B2F5-E1DB31341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BOARDS TAB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04091D56-98A5-4302-B751-5870A6472B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000" y="1098000"/>
            <a:ext cx="10437106" cy="52142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55315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2B74CDE-9E85-DB83-B2F5-E1DB31341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BOARDS TAB RELATIONSHIP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5A55544-BDAD-4246-8C0C-02472A7A35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28389" y="894996"/>
            <a:ext cx="7135221" cy="50680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43055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2B74CDE-9E85-DB83-B2F5-E1DB31341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USER INFOR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74046D7-BC65-4DF9-92C1-8A005755BC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999" y="1098000"/>
            <a:ext cx="10399399" cy="51783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05971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2B74CDE-9E85-DB83-B2F5-E1DB31341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EDIT USER INFOR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EF6F414-D705-49CB-A3BD-AB83352BE5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000" y="1098001"/>
            <a:ext cx="9720000" cy="54505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01663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2B74CDE-9E85-DB83-B2F5-E1DB31341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TEMPLATES TAB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35295845-5141-445A-9620-9D75F694EE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999" y="1098000"/>
            <a:ext cx="10493667" cy="5233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05638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2B74CDE-9E85-DB83-B2F5-E1DB31341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TEMPLATES TAB RELATIONSHIP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1588AEC-FD56-4FD9-A328-23175A4759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999" y="1823975"/>
            <a:ext cx="10432658" cy="3210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63776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2B74CDE-9E85-DB83-B2F5-E1DB31341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TEMPLATE DETAIL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A49550A-099E-4B27-8132-B67914E09E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999" y="1098000"/>
            <a:ext cx="10493667" cy="52252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74653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2B74CDE-9E85-DB83-B2F5-E1DB31341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WORKSPACE DASHBOARD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E5CDADB-9FFB-4D65-9BDF-0D33ED87DF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999" y="1098000"/>
            <a:ext cx="10553583" cy="42752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83067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2B74CDE-9E85-DB83-B2F5-E1DB31341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WORKSPACE MEMBER TAB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CCA3A99-ADFC-4E59-AD10-5DBCC862F4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999" y="1098000"/>
            <a:ext cx="10399399" cy="5541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69438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2B74CDE-9E85-DB83-B2F5-E1DB31341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WORKSPACE MEMBER TAB RELATIONSHIP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E9D8E82-4DC9-4501-A7FC-B7F8B85FFA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999" y="1098000"/>
            <a:ext cx="10498015" cy="47441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5659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2B74CDE-9E85-DB83-B2F5-E1DB31341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WORKSPACE SETTING TAB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00DDA15-7B17-44B8-9EBC-582E8E7484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999" y="1008834"/>
            <a:ext cx="10500487" cy="52976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34592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2B74CDE-9E85-DB83-B2F5-E1DB31341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WORKSPACE SETTING TAB RELATIONSHIP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14CBD71-AB40-4FE3-93D8-A2A0C2C625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74271" y="1098000"/>
            <a:ext cx="7043457" cy="50900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51798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2B74CDE-9E85-DB83-B2F5-E1DB31341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BOARD DETAIL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5163FA8-0C8C-47EA-A750-EAAC58DAB7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999" y="1098000"/>
            <a:ext cx="10493667" cy="5203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59026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2B74CDE-9E85-DB83-B2F5-E1DB31341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BOARD DETAIL RELATIONSHIP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31EC6A8B-7A00-4875-B96E-2B6A8A85AF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999" y="2385867"/>
            <a:ext cx="10278909" cy="20862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0605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79E7EC47-258E-4C07-B46A-9F24B7B14F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4002" y="979942"/>
            <a:ext cx="8244473" cy="5135363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B2B74CDE-9E85-DB83-B2F5-E1DB31341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BOARD SHARE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4FFCF48-4FAA-41FC-945E-9CEC0C883A8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999" y="979942"/>
            <a:ext cx="4344006" cy="504895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BC75EE46-9EE1-4D75-BA92-11F19C65EF6B}"/>
              </a:ext>
            </a:extLst>
          </p:cNvPr>
          <p:cNvSpPr/>
          <p:nvPr/>
        </p:nvSpPr>
        <p:spPr>
          <a:xfrm>
            <a:off x="3506772" y="1098000"/>
            <a:ext cx="810705" cy="297167"/>
          </a:xfrm>
          <a:prstGeom prst="rect">
            <a:avLst/>
          </a:prstGeom>
          <a:noFill/>
          <a:ln w="19050">
            <a:solidFill>
              <a:srgbClr val="FF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b="1" dirty="0" err="1">
              <a:solidFill>
                <a:schemeClr val="bg1"/>
              </a:solidFill>
              <a:highlight>
                <a:srgbClr val="FFFF00"/>
              </a:highlight>
            </a:endParaRP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CEDA4071-1E3A-44FE-A243-0A1FD475BA45}"/>
              </a:ext>
            </a:extLst>
          </p:cNvPr>
          <p:cNvCxnSpPr>
            <a:stCxn id="11" idx="3"/>
          </p:cNvCxnSpPr>
          <p:nvPr/>
        </p:nvCxnSpPr>
        <p:spPr>
          <a:xfrm>
            <a:off x="4317477" y="1246584"/>
            <a:ext cx="688156" cy="238253"/>
          </a:xfrm>
          <a:prstGeom prst="straightConnector1">
            <a:avLst/>
          </a:prstGeom>
          <a:ln w="28575">
            <a:solidFill>
              <a:srgbClr val="FFFF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734027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2B74CDE-9E85-DB83-B2F5-E1DB31341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BOARD SHARE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344BBFD-6297-4563-915E-D4B82B47CF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999" y="1098000"/>
            <a:ext cx="10493667" cy="49238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75806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2B74CDE-9E85-DB83-B2F5-E1DB31341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BOARD SETTING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38CA5D4-356E-4FA2-9880-5D663DD7AC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999" y="1098000"/>
            <a:ext cx="9390731" cy="53098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75911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2B74CDE-9E85-DB83-B2F5-E1DB31341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BOARD SETTING RELATIONSHIP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88E76C74-21CF-474C-A47F-1B5367305F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03570" y="1098000"/>
            <a:ext cx="7184859" cy="5197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58547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2B74CDE-9E85-DB83-B2F5-E1DB31341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CARD DETAIL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3C2D18B-B135-45EE-80A8-F7D79B82A9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000" y="1098001"/>
            <a:ext cx="10503094" cy="52558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32327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2B74CDE-9E85-DB83-B2F5-E1DB31341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CARD DETAIL RELATIONSHIP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FEB7933-AE48-4D75-9B37-BAABC464B7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999" y="1098001"/>
            <a:ext cx="10446533" cy="54269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64457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2B74CDE-9E85-DB83-B2F5-E1DB31341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LABEL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75E3B05-7262-40E7-822D-96ADD01803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999" y="1098001"/>
            <a:ext cx="10550228" cy="49408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37219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2B74CDE-9E85-DB83-B2F5-E1DB31341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LABEL RELATIONSHIP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A0AA59C-FFC0-478A-87DC-3A859EAD0F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999" y="1541171"/>
            <a:ext cx="10367273" cy="37756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65828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2B74CDE-9E85-DB83-B2F5-E1DB31341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ATTACHMENT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4F8FAEF-DEC9-4308-9A74-7F1DC458A9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000" y="1098000"/>
            <a:ext cx="10531374" cy="4724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88581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2B74CDE-9E85-DB83-B2F5-E1DB31341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ATTACHMENT RELATIONSHIP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0181B3A-FF26-46A2-830B-2B3D0758D4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7462" y="1098000"/>
            <a:ext cx="9089073" cy="53365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91318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2B74CDE-9E85-DB83-B2F5-E1DB31341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CHECKLIST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956B07E-9BBC-49B1-951F-CCC32AFE80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999" y="1098001"/>
            <a:ext cx="9720000" cy="546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85197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2B74CDE-9E85-DB83-B2F5-E1DB31341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CHECKLIST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3DA758F-6C6A-4592-95DD-DB199314B5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42036" y="1098000"/>
            <a:ext cx="9107927" cy="51466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39521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2B74CDE-9E85-DB83-B2F5-E1DB31341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CARD COMMENT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DD33B23-7B25-4411-B00C-5132996AA3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999" y="1098001"/>
            <a:ext cx="9720000" cy="54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80308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2B74CDE-9E85-DB83-B2F5-E1DB31341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CARD COMMENT RELATIONSHIP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4610030-06A6-4A35-BC8E-6AB2691C53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999" y="1593018"/>
            <a:ext cx="10524736" cy="36719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64056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2B74CDE-9E85-DB83-B2F5-E1DB31341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CUSTOM FIELD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DB66769-D66A-4529-B652-D8418B338D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999" y="1098000"/>
            <a:ext cx="9720000" cy="53286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15255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2B74CDE-9E85-DB83-B2F5-E1DB31341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CUSTOM FIELD RELATIONSHIP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2775119-5059-458A-9C5C-B627E1F439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999" y="1098000"/>
            <a:ext cx="10135448" cy="53523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92738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2B74CDE-9E85-DB83-B2F5-E1DB31341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CARD STICKER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B0CD240-A8C2-4381-81C6-91B1DB7FA8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3950" y="1098000"/>
            <a:ext cx="8184100" cy="5137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98425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2B74CDE-9E85-DB83-B2F5-E1DB31341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CUSTOM FIELD RELATIONSHIP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976D1DF-C71A-46CD-8245-51C2732AB2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999" y="1508177"/>
            <a:ext cx="10340014" cy="38416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79306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ct 5" hidden="1">
            <a:extLst>
              <a:ext uri="{FF2B5EF4-FFF2-40B4-BE49-F238E27FC236}">
                <a16:creationId xmlns:a16="http://schemas.microsoft.com/office/drawing/2014/main" id="{5E052DC5-8AEF-4B7F-34D2-716E4153D1B4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1761" name="think-cell Slide" r:id="rId5" imgW="306" imgH="306" progId="TCLayout.ActiveDocument.1">
                  <p:embed/>
                </p:oleObj>
              </mc:Choice>
              <mc:Fallback>
                <p:oleObj name="think-cell Slide" r:id="rId5" imgW="306" imgH="306" progId="TCLayout.ActiveDocument.1">
                  <p:embed/>
                  <p:pic>
                    <p:nvPicPr>
                      <p:cNvPr id="6" name="Object 5" hidden="1">
                        <a:extLst>
                          <a:ext uri="{FF2B5EF4-FFF2-40B4-BE49-F238E27FC236}">
                            <a16:creationId xmlns:a16="http://schemas.microsoft.com/office/drawing/2014/main" id="{5E052DC5-8AEF-4B7F-34D2-716E4153D1B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7" name="Picture Placeholder 6">
            <a:extLst>
              <a:ext uri="{FF2B5EF4-FFF2-40B4-BE49-F238E27FC236}">
                <a16:creationId xmlns:a16="http://schemas.microsoft.com/office/drawing/2014/main" id="{EF29FAE8-E1AD-FA22-A7BD-00CDD1CE948A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 rotWithShape="1">
          <a:blip r:embed="rId7"/>
          <a:srcRect t="2760" b="2760"/>
          <a:stretch/>
        </p:blipFill>
        <p:spPr/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5DFB63B3-A8AC-8683-C803-22C28B45E9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vi-VN" dirty="0"/>
              <a:t>Q&amp;A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5133187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UNDODONOTDELETE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bbv template EN">
  <a:themeElements>
    <a:clrScheme name="Custom 418">
      <a:dk1>
        <a:srgbClr val="333333"/>
      </a:dk1>
      <a:lt1>
        <a:srgbClr val="FFFFFF"/>
      </a:lt1>
      <a:dk2>
        <a:srgbClr val="CC071E"/>
      </a:dk2>
      <a:lt2>
        <a:srgbClr val="707173"/>
      </a:lt2>
      <a:accent1>
        <a:srgbClr val="707173"/>
      </a:accent1>
      <a:accent2>
        <a:srgbClr val="9C9E9F"/>
      </a:accent2>
      <a:accent3>
        <a:srgbClr val="B1B2B4"/>
      </a:accent3>
      <a:accent4>
        <a:srgbClr val="C6C7C8"/>
      </a:accent4>
      <a:accent5>
        <a:srgbClr val="D9DADB"/>
      </a:accent5>
      <a:accent6>
        <a:srgbClr val="ECECED"/>
      </a:accent6>
      <a:hlink>
        <a:srgbClr val="333333"/>
      </a:hlink>
      <a:folHlink>
        <a:srgbClr val="333333"/>
      </a:folHlink>
    </a:clrScheme>
    <a:fontScheme name="PTW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Subtle Solids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2"/>
        </a:solidFill>
        <a:ln>
          <a:noFill/>
        </a:ln>
      </a:spPr>
      <a:bodyPr rtlCol="0" anchor="ctr"/>
      <a:lstStyle>
        <a:defPPr algn="l" rtl="0">
          <a:spcAft>
            <a:spcPts val="600"/>
          </a:spcAft>
          <a:defRPr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tx2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 anchor="t" anchorCtr="0">
        <a:noAutofit/>
      </a:bodyPr>
      <a:lstStyle>
        <a:defPPr marL="285750" indent="-285750" algn="l" rtl="0">
          <a:lnSpc>
            <a:spcPct val="120000"/>
          </a:lnSpc>
          <a:spcAft>
            <a:spcPts val="600"/>
          </a:spcAft>
          <a:buClr>
            <a:schemeClr val="tx1"/>
          </a:buClr>
          <a:buFont typeface="Arial" panose="020B0604020202020204" pitchFamily="34" charset="0"/>
          <a:buChar char="•"/>
          <a:defRPr dirty="0" err="1" smtClean="0"/>
        </a:defPPr>
      </a:lstStyle>
    </a:txDef>
  </a:objectDefaults>
  <a:extraClrSchemeLst/>
  <a:custClrLst>
    <a:custClr name="Custom Color 1">
      <a:srgbClr val="005194"/>
    </a:custClr>
    <a:custClr name="Custom Color 2">
      <a:srgbClr val="3374A9"/>
    </a:custClr>
    <a:custClr name="Custom Color 3">
      <a:srgbClr val="6697BF"/>
    </a:custClr>
    <a:custClr name="Custom Color 4">
      <a:srgbClr val="99B9D4"/>
    </a:custClr>
    <a:custClr name="BLANK">
      <a:srgbClr val="FFFFFF"/>
    </a:custClr>
    <a:custClr name="BLANK">
      <a:srgbClr val="FFFFFF"/>
    </a:custClr>
    <a:custClr name="Custom Color 7">
      <a:srgbClr val="F39800"/>
    </a:custClr>
    <a:custClr name="Custom Color 8">
      <a:srgbClr val="F5AD33"/>
    </a:custClr>
    <a:custClr name="Custom Color 9">
      <a:srgbClr val="F8C166"/>
    </a:custClr>
    <a:custClr name="Custom Color 10">
      <a:srgbClr val="FAD699"/>
    </a:custClr>
    <a:custClr name="Custom Color 11">
      <a:srgbClr val="005D39"/>
    </a:custClr>
    <a:custClr name="Custom Color 12">
      <a:srgbClr val="337D61"/>
    </a:custClr>
    <a:custClr name="Custom Color 13">
      <a:srgbClr val="669E88"/>
    </a:custClr>
    <a:custClr name="Custom Color 14">
      <a:srgbClr val="99BEB0"/>
    </a:custClr>
    <a:custClr name="BLANK">
      <a:srgbClr val="FFFFFF"/>
    </a:custClr>
    <a:custClr name="BLANK">
      <a:srgbClr val="FFFFFF"/>
    </a:custClr>
    <a:custClr name="Custom Color 17">
      <a:srgbClr val="5C154F"/>
    </a:custClr>
    <a:custClr name="Custom Color 18">
      <a:srgbClr val="7D4472"/>
    </a:custClr>
    <a:custClr name="Custom Color 19">
      <a:srgbClr val="9D7395"/>
    </a:custClr>
    <a:custClr name="Custom Color 20">
      <a:srgbClr val="BEA1B9"/>
    </a:custClr>
  </a:custClrLst>
  <a:extLst>
    <a:ext uri="{05A4C25C-085E-4340-85A3-A5531E510DB2}">
      <thm15:themeFamily xmlns:thm15="http://schemas.microsoft.com/office/thememl/2012/main" name="bbv Template EN.potx" id="{62510A1F-2EA7-4EA2-AAB4-F1C7937D1124}" vid="{EAF1E2DA-C1F8-46A6-B21C-C2C8E7E0A102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FECA5C03B5B3648A59C327F9B592BCA" ma:contentTypeVersion="18" ma:contentTypeDescription="Create a new document." ma:contentTypeScope="" ma:versionID="6c18a499376fe99d18d064f593f17266">
  <xsd:schema xmlns:xsd="http://www.w3.org/2001/XMLSchema" xmlns:xs="http://www.w3.org/2001/XMLSchema" xmlns:p="http://schemas.microsoft.com/office/2006/metadata/properties" xmlns:ns2="ab110e31-9a28-463c-b599-9105678ef09e" xmlns:ns3="b416dfb7-f3da-461d-9305-4b76a01efcc1" targetNamespace="http://schemas.microsoft.com/office/2006/metadata/properties" ma:root="true" ma:fieldsID="c0ea90f0bc4730787fb2734bd82545d6" ns2:_="" ns3:_="">
    <xsd:import namespace="ab110e31-9a28-463c-b599-9105678ef09e"/>
    <xsd:import namespace="b416dfb7-f3da-461d-9305-4b76a01efcc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Location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SearchProperties" minOccurs="0"/>
                <xsd:element ref="ns2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b110e31-9a28-463c-b599-9105678ef09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OCR" ma:index="1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3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4" nillable="true" ma:displayName="Location" ma:internalName="MediaServiceLocation" ma:readOnly="true">
      <xsd:simpleType>
        <xsd:restriction base="dms:Text"/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19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1" nillable="true" ma:taxonomy="true" ma:internalName="lcf76f155ced4ddcb4097134ff3c332f" ma:taxonomyFieldName="MediaServiceImageTags" ma:displayName="Image Tags" ma:readOnly="false" ma:fieldId="{5cf76f15-5ced-4ddc-b409-7134ff3c332f}" ma:taxonomyMulti="true" ma:sspId="ac9124cb-9502-46c0-8e39-0e7eaae6555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SearchProperties" ma:index="2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416dfb7-f3da-461d-9305-4b76a01efcc1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Taxonomy Catch All Column" ma:hidden="true" ma:list="{7b86b37b-a08c-44d0-9ed8-25de7933685a}" ma:internalName="TaxCatchAll" ma:showField="CatchAllData" ma:web="b416dfb7-f3da-461d-9305-4b76a01efcc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E3CB484D-016C-43DE-886B-249507DD658A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30C702D9-9E55-4D09-9269-3B464CFDB01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b110e31-9a28-463c-b599-9105678ef09e"/>
    <ds:schemaRef ds:uri="b416dfb7-f3da-461d-9305-4b76a01efcc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bbv template EN</Template>
  <TotalTime>2001</TotalTime>
  <Words>4220</Words>
  <Application>Microsoft Office PowerPoint</Application>
  <PresentationFormat>Widescreen</PresentationFormat>
  <Paragraphs>732</Paragraphs>
  <Slides>41</Slides>
  <Notes>41</Notes>
  <HiddenSlides>0</HiddenSlides>
  <MMClips>0</MMClips>
  <ScaleCrop>false</ScaleCrop>
  <HeadingPairs>
    <vt:vector size="8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6" baseType="lpstr">
      <vt:lpstr>Arial</vt:lpstr>
      <vt:lpstr>Calibri</vt:lpstr>
      <vt:lpstr>Courier New</vt:lpstr>
      <vt:lpstr>bbv template EN</vt:lpstr>
      <vt:lpstr>think-cell Slide</vt:lpstr>
      <vt:lpstr>PowerPoint Presentation</vt:lpstr>
      <vt:lpstr>YPP 4th</vt:lpstr>
      <vt:lpstr>Presentation on Trello Functionalities</vt:lpstr>
      <vt:lpstr>Agenda</vt:lpstr>
      <vt:lpstr>INTRODUCTION</vt:lpstr>
      <vt:lpstr>INTRODUCTION</vt:lpstr>
      <vt:lpstr>Key Functionalities</vt:lpstr>
      <vt:lpstr>Key Functionalities of Trello</vt:lpstr>
      <vt:lpstr>BOARDS TAB</vt:lpstr>
      <vt:lpstr>BOARDS TAB RELATIONSHIP</vt:lpstr>
      <vt:lpstr>USER INFOR</vt:lpstr>
      <vt:lpstr>EDIT USER INFOR</vt:lpstr>
      <vt:lpstr>TEMPLATES TAB</vt:lpstr>
      <vt:lpstr>TEMPLATES TAB RELATIONSHIP</vt:lpstr>
      <vt:lpstr>TEMPLATE DETAIL</vt:lpstr>
      <vt:lpstr>WORKSPACE DASHBOARD</vt:lpstr>
      <vt:lpstr>WORKSPACE MEMBER TAB</vt:lpstr>
      <vt:lpstr>WORKSPACE MEMBER TAB RELATIONSHIP</vt:lpstr>
      <vt:lpstr>WORKSPACE SETTING TAB</vt:lpstr>
      <vt:lpstr>WORKSPACE SETTING TAB RELATIONSHIP</vt:lpstr>
      <vt:lpstr>BOARD DETAIL</vt:lpstr>
      <vt:lpstr>BOARD DETAIL RELATIONSHIP</vt:lpstr>
      <vt:lpstr>BOARD SHARE</vt:lpstr>
      <vt:lpstr>BOARD SHARE</vt:lpstr>
      <vt:lpstr>BOARD SETTING</vt:lpstr>
      <vt:lpstr>BOARD SETTING RELATIONSHIP</vt:lpstr>
      <vt:lpstr>CARD DETAIL</vt:lpstr>
      <vt:lpstr>CARD DETAIL RELATIONSHIP</vt:lpstr>
      <vt:lpstr>LABEL</vt:lpstr>
      <vt:lpstr>LABEL RELATIONSHIP</vt:lpstr>
      <vt:lpstr>ATTACHMENT</vt:lpstr>
      <vt:lpstr>ATTACHMENT RELATIONSHIP</vt:lpstr>
      <vt:lpstr>CHECKLIST</vt:lpstr>
      <vt:lpstr>CHECKLIST</vt:lpstr>
      <vt:lpstr>CARD COMMENT</vt:lpstr>
      <vt:lpstr>CARD COMMENT RELATIONSHIP</vt:lpstr>
      <vt:lpstr>CUSTOM FIELD</vt:lpstr>
      <vt:lpstr>CUSTOM FIELD RELATIONSHIP</vt:lpstr>
      <vt:lpstr>CARD STICKER</vt:lpstr>
      <vt:lpstr>CUSTOM FIELD RELATIONSHIP</vt:lpstr>
      <vt:lpstr>Q&amp;A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Dao Trong Vo</dc:creator>
  <cp:lastModifiedBy>Quan Phan Hoang Minh</cp:lastModifiedBy>
  <cp:revision>122</cp:revision>
  <dcterms:created xsi:type="dcterms:W3CDTF">2025-07-10T03:51:23Z</dcterms:created>
  <dcterms:modified xsi:type="dcterms:W3CDTF">2025-08-10T10:25:05Z</dcterms:modified>
</cp:coreProperties>
</file>